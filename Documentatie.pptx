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69" r:id="rId6"/>
    <p:sldId id="270" r:id="rId7"/>
    <p:sldId id="271" r:id="rId8"/>
    <p:sldId id="284" r:id="rId9"/>
    <p:sldId id="272" r:id="rId10"/>
    <p:sldId id="279" r:id="rId11"/>
    <p:sldId id="274" r:id="rId12"/>
    <p:sldId id="276" r:id="rId13"/>
    <p:sldId id="275" r:id="rId14"/>
    <p:sldId id="277" r:id="rId15"/>
    <p:sldId id="280" r:id="rId16"/>
    <p:sldId id="278" r:id="rId17"/>
    <p:sldId id="281" r:id="rId18"/>
    <p:sldId id="282" r:id="rId19"/>
    <p:sldId id="283" r:id="rId20"/>
    <p:sldId id="287" r:id="rId21"/>
    <p:sldId id="285" r:id="rId22"/>
    <p:sldId id="286" r:id="rId23"/>
    <p:sldId id="26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5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DA53-17BB-4810-91A8-94FE944ADC38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BCF56-022D-4E84-9600-36794E4DE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8D30-F807-4561-A81E-6E077448AA00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C05A-7A07-4286-AA18-B883C0AF9A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74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/>
          <a:lstStyle>
            <a:lvl1pPr>
              <a:lnSpc>
                <a:spcPts val="1900"/>
              </a:lnSpc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add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/>
          <a:lstStyle>
            <a:lvl1pPr marL="0" indent="0">
              <a:lnSpc>
                <a:spcPts val="1900"/>
              </a:lnSpc>
              <a:buNone/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6000" dirty="0"/>
            </a:lvl1pPr>
          </a:lstStyle>
          <a:p>
            <a:pPr lvl="0" algn="ctr"/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D8EA3-B846-4160-95E9-486302147031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686" y="1209643"/>
            <a:ext cx="5646137" cy="4968000"/>
          </a:xfrm>
        </p:spPr>
        <p:txBody>
          <a:bodyPr/>
          <a:lstStyle/>
          <a:p>
            <a:r>
              <a:rPr lang="en-US" sz="4800" dirty="0" err="1"/>
              <a:t>PackageMonitor</a:t>
            </a:r>
            <a:br>
              <a:rPr lang="en-US" sz="4800" dirty="0"/>
            </a:br>
            <a:r>
              <a:rPr lang="en-US" sz="4800" dirty="0" err="1"/>
              <a:t>Extentions</a:t>
            </a:r>
            <a:br>
              <a:rPr lang="en-US" sz="4800" i="1" dirty="0"/>
            </a:br>
            <a:br>
              <a:rPr lang="en-US" sz="4800" dirty="0"/>
            </a:br>
            <a:r>
              <a:rPr lang="en-US" sz="2800" dirty="0" err="1"/>
              <a:t>Proiect</a:t>
            </a:r>
            <a:r>
              <a:rPr lang="en-US" sz="2800" dirty="0"/>
              <a:t> </a:t>
            </a:r>
            <a:r>
              <a:rPr lang="en-US" sz="2800" dirty="0" err="1"/>
              <a:t>realizat</a:t>
            </a:r>
            <a:r>
              <a:rPr lang="en-US" sz="2800" dirty="0"/>
              <a:t> de: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 err="1"/>
              <a:t>Croitoru</a:t>
            </a:r>
            <a:r>
              <a:rPr lang="en-US" sz="2800" dirty="0"/>
              <a:t> Luiza</a:t>
            </a:r>
            <a:br>
              <a:rPr lang="en-US" sz="2800" dirty="0"/>
            </a:br>
            <a:r>
              <a:rPr lang="en-US" sz="2800" dirty="0"/>
              <a:t>Dobre Radu</a:t>
            </a:r>
            <a:br>
              <a:rPr lang="en-US" sz="2800" dirty="0"/>
            </a:br>
            <a:r>
              <a:rPr lang="en-US" sz="2800" dirty="0"/>
              <a:t>Teodorescu Luca</a:t>
            </a:r>
            <a:endParaRPr lang="en-US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813F6-0150-3028-C757-9D655CCB33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00" t="13799" r="15382" b="10233"/>
          <a:stretch>
            <a:fillRect/>
          </a:stretch>
        </p:blipFill>
        <p:spPr>
          <a:xfrm>
            <a:off x="7485823" y="2363057"/>
            <a:ext cx="2363057" cy="251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A01F-24C0-FAE1-401C-0C9DC38F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068" y="1469203"/>
            <a:ext cx="4275364" cy="3842535"/>
          </a:xfrm>
        </p:spPr>
        <p:txBody>
          <a:bodyPr/>
          <a:lstStyle/>
          <a:p>
            <a:r>
              <a:rPr lang="en-US" dirty="0"/>
              <a:t>I. </a:t>
            </a:r>
            <a:r>
              <a:rPr lang="en-US" dirty="0" err="1"/>
              <a:t>Introducere</a:t>
            </a:r>
            <a:br>
              <a:rPr lang="en-US" dirty="0"/>
            </a:br>
            <a:r>
              <a:rPr lang="en-US" dirty="0"/>
              <a:t>II. Scop</a:t>
            </a:r>
            <a:br>
              <a:rPr lang="en-US" dirty="0"/>
            </a:br>
            <a:r>
              <a:rPr lang="en-US" dirty="0"/>
              <a:t>III. </a:t>
            </a:r>
            <a:r>
              <a:rPr lang="en-US" dirty="0" err="1"/>
              <a:t>Structur</a:t>
            </a:r>
            <a:r>
              <a:rPr lang="ro-RO" dirty="0"/>
              <a:t>ă</a:t>
            </a:r>
            <a:br>
              <a:rPr lang="en-US" dirty="0"/>
            </a:br>
            <a:r>
              <a:rPr lang="en-US" dirty="0"/>
              <a:t>IV. </a:t>
            </a:r>
            <a:r>
              <a:rPr lang="en-US" dirty="0" err="1"/>
              <a:t>Concluzie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BAA76-0F3A-E229-663D-6B48B02955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CB6BF-39E2-1487-B6D8-CBE5A063E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18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E0C32-A1FC-BC67-16A4-89763BF05BD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92A0A5-6C16-1B2D-3A5B-E152486A3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FA809-1920-4AAD-A4D5-033CAEB8B00C}"/>
              </a:ext>
            </a:extLst>
          </p:cNvPr>
          <p:cNvSpPr txBox="1"/>
          <p:nvPr/>
        </p:nvSpPr>
        <p:spPr>
          <a:xfrm>
            <a:off x="3425575" y="2967335"/>
            <a:ext cx="5340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+mj-lt"/>
              </a:rPr>
              <a:t>I. </a:t>
            </a:r>
            <a:r>
              <a:rPr lang="en-US" sz="5400" dirty="0" err="1">
                <a:latin typeface="+mj-lt"/>
              </a:rPr>
              <a:t>Introducere</a:t>
            </a:r>
            <a:endParaRPr lang="en-US" sz="5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91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0D7AD2-1478-0BC8-F1E0-E81C2D19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Cerin</a:t>
            </a:r>
            <a:r>
              <a:rPr lang="ro-RO" u="sng" dirty="0"/>
              <a:t>ț</a:t>
            </a:r>
            <a:r>
              <a:rPr lang="en-US" u="sng" dirty="0"/>
              <a:t>a </a:t>
            </a:r>
            <a:r>
              <a:rPr lang="en-US" u="sng" dirty="0" err="1"/>
              <a:t>proiectului</a:t>
            </a:r>
            <a:endParaRPr lang="en-US" u="sn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D2F8E8-E9A4-ED77-2998-4CC8AB4BCC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Proiectul</a:t>
            </a:r>
            <a:r>
              <a:rPr lang="en-US" dirty="0"/>
              <a:t> </a:t>
            </a:r>
            <a:r>
              <a:rPr lang="en-US" dirty="0" err="1"/>
              <a:t>presupune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script shell pe un </a:t>
            </a:r>
            <a:r>
              <a:rPr lang="en-US" dirty="0" err="1"/>
              <a:t>sistem</a:t>
            </a:r>
            <a:r>
              <a:rPr lang="en-US" dirty="0"/>
              <a:t> Linux, </a:t>
            </a:r>
            <a:r>
              <a:rPr lang="en-US" dirty="0" err="1"/>
              <a:t>împărțit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monitoriza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organiza</a:t>
            </a:r>
            <a:r>
              <a:rPr lang="en-US" dirty="0"/>
              <a:t> </a:t>
            </a:r>
            <a:r>
              <a:rPr lang="en-US" dirty="0" err="1"/>
              <a:t>operațiile</a:t>
            </a:r>
            <a:r>
              <a:rPr lang="en-US" dirty="0"/>
              <a:t> de </a:t>
            </a:r>
            <a:r>
              <a:rPr lang="en-US" dirty="0" err="1"/>
              <a:t>instalare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eliminare</a:t>
            </a:r>
            <a:r>
              <a:rPr lang="en-US" dirty="0"/>
              <a:t> a </a:t>
            </a:r>
            <a:r>
              <a:rPr lang="en-US" dirty="0" err="1"/>
              <a:t>pachetelor</a:t>
            </a:r>
            <a:r>
              <a:rPr lang="en-US" dirty="0"/>
              <a:t> software, </a:t>
            </a:r>
            <a:r>
              <a:rPr lang="en-US" dirty="0" err="1"/>
              <a:t>folosind</a:t>
            </a:r>
            <a:r>
              <a:rPr lang="en-US" dirty="0"/>
              <a:t> log-ul </a:t>
            </a:r>
            <a:r>
              <a:rPr lang="en-US" dirty="0" err="1"/>
              <a:t>sistemului</a:t>
            </a:r>
            <a:r>
              <a:rPr lang="en-US" dirty="0"/>
              <a:t> (fi</a:t>
            </a:r>
            <a:r>
              <a:rPr lang="ro-RO" dirty="0"/>
              <a:t>ș</a:t>
            </a:r>
            <a:r>
              <a:rPr lang="en-US" dirty="0" err="1"/>
              <a:t>ierul</a:t>
            </a:r>
            <a:r>
              <a:rPr lang="en-US" dirty="0"/>
              <a:t> </a:t>
            </a:r>
            <a:r>
              <a:rPr lang="en-US" b="1" dirty="0"/>
              <a:t>/var/log/dpkg.log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 err="1"/>
              <a:t>Componentele</a:t>
            </a:r>
            <a:r>
              <a:rPr lang="en-US" dirty="0"/>
              <a:t> </a:t>
            </a:r>
            <a:r>
              <a:rPr lang="en-US" dirty="0" err="1"/>
              <a:t>esen</a:t>
            </a:r>
            <a:r>
              <a:rPr lang="ro-RO" dirty="0"/>
              <a:t>ț</a:t>
            </a:r>
            <a:r>
              <a:rPr lang="en-US" dirty="0" err="1"/>
              <a:t>iale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err="1"/>
              <a:t>Monitorul</a:t>
            </a:r>
            <a:r>
              <a:rPr lang="en-US" b="1" dirty="0"/>
              <a:t> → </a:t>
            </a:r>
            <a:r>
              <a:rPr lang="en-US" dirty="0"/>
              <a:t> av</a:t>
            </a:r>
            <a:r>
              <a:rPr lang="ro-RO" dirty="0"/>
              <a:t>â</a:t>
            </a:r>
            <a:r>
              <a:rPr lang="en-US" dirty="0" err="1"/>
              <a:t>nd</a:t>
            </a:r>
            <a:r>
              <a:rPr lang="en-US" dirty="0"/>
              <a:t> ca scop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parseze</a:t>
            </a:r>
            <a:r>
              <a:rPr lang="en-US" dirty="0"/>
              <a:t> </a:t>
            </a:r>
            <a:r>
              <a:rPr lang="en-US" dirty="0" err="1"/>
              <a:t>continuu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</a:t>
            </a:r>
            <a:r>
              <a:rPr lang="en-US" b="1" dirty="0"/>
              <a:t>/var/log/dpkg.log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extragă</a:t>
            </a:r>
            <a:r>
              <a:rPr lang="en-US" dirty="0"/>
              <a:t> </a:t>
            </a:r>
            <a:r>
              <a:rPr lang="en-US" dirty="0" err="1"/>
              <a:t>informațiile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operațiile</a:t>
            </a:r>
            <a:r>
              <a:rPr lang="en-US" dirty="0"/>
              <a:t> de </a:t>
            </a:r>
            <a:r>
              <a:rPr lang="en-US" b="1" dirty="0"/>
              <a:t>install</a:t>
            </a:r>
            <a:r>
              <a:rPr lang="ro-RO" b="1" dirty="0"/>
              <a:t>/</a:t>
            </a:r>
            <a:r>
              <a:rPr lang="en-US" b="1" dirty="0"/>
              <a:t>remove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organizeze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extrase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director de </a:t>
            </a:r>
            <a:r>
              <a:rPr lang="en-US" dirty="0" err="1"/>
              <a:t>lucru</a:t>
            </a:r>
            <a:r>
              <a:rPr lang="en-US" dirty="0"/>
              <a:t> (</a:t>
            </a:r>
            <a:r>
              <a:rPr lang="en-US" b="1" dirty="0"/>
              <a:t>$WORK_DIR</a:t>
            </a:r>
            <a:r>
              <a:rPr lang="en-US" dirty="0"/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Front-end-ul → </a:t>
            </a:r>
            <a:r>
              <a:rPr lang="en-US" dirty="0"/>
              <a:t>av</a:t>
            </a:r>
            <a:r>
              <a:rPr lang="ro-RO" dirty="0"/>
              <a:t>â</a:t>
            </a:r>
            <a:r>
              <a:rPr lang="en-US" dirty="0" err="1"/>
              <a:t>nd</a:t>
            </a:r>
            <a:r>
              <a:rPr lang="en-US" dirty="0"/>
              <a:t> ca scop</a:t>
            </a:r>
            <a:r>
              <a:rPr lang="en-US" b="1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citească</a:t>
            </a:r>
            <a:r>
              <a:rPr lang="en-US" dirty="0"/>
              <a:t> </a:t>
            </a:r>
            <a:r>
              <a:rPr lang="en-US" dirty="0" err="1"/>
              <a:t>informațiile</a:t>
            </a:r>
            <a:r>
              <a:rPr lang="en-US" dirty="0"/>
              <a:t> </a:t>
            </a:r>
            <a:r>
              <a:rPr lang="en-US" dirty="0" err="1"/>
              <a:t>organizate</a:t>
            </a:r>
            <a:r>
              <a:rPr lang="en-US" dirty="0"/>
              <a:t> din </a:t>
            </a:r>
            <a:r>
              <a:rPr lang="en-US" dirty="0" err="1"/>
              <a:t>directorul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ofere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 9 </a:t>
            </a:r>
            <a:r>
              <a:rPr lang="en-US" dirty="0" err="1"/>
              <a:t>funcționalități</a:t>
            </a:r>
            <a:r>
              <a:rPr lang="en-US" dirty="0"/>
              <a:t> </a:t>
            </a:r>
            <a:r>
              <a:rPr lang="en-US" dirty="0" err="1"/>
              <a:t>specifice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51F5B-8F72-9F88-CCF2-069E8ADE3B9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D862AD-4B97-9B8B-02FF-356B4CB1F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02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15E9E5-2FFD-C18F-4D22-A72257B4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u="sng" dirty="0"/>
              <a:t>Funcţionalităţi</a:t>
            </a:r>
            <a:endParaRPr lang="en-US" u="sng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187299-8460-AE15-33CD-EE3E398533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866651"/>
          </a:xfrm>
        </p:spPr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lista</a:t>
            </a:r>
            <a:r>
              <a:rPr lang="en-US" b="1" dirty="0"/>
              <a:t> </a:t>
            </a:r>
            <a:r>
              <a:rPr lang="en-US" b="1" dirty="0" err="1"/>
              <a:t>pachetelor</a:t>
            </a:r>
            <a:r>
              <a:rPr lang="en-US" dirty="0"/>
              <a:t> software </a:t>
            </a:r>
            <a:r>
              <a:rPr lang="en-US" b="1" dirty="0" err="1"/>
              <a:t>curent</a:t>
            </a:r>
            <a:r>
              <a:rPr lang="en-US" b="1" dirty="0"/>
              <a:t> </a:t>
            </a:r>
            <a:r>
              <a:rPr lang="en-US" b="1" dirty="0" err="1"/>
              <a:t>instalate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ro-RO" dirty="0"/>
              <a:t>ş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dirty="0" err="1"/>
              <a:t>ultimei</a:t>
            </a:r>
            <a:r>
              <a:rPr lang="en-US" dirty="0"/>
              <a:t> </a:t>
            </a:r>
            <a:r>
              <a:rPr lang="en-US" dirty="0" err="1"/>
              <a:t>instal</a:t>
            </a:r>
            <a:r>
              <a:rPr lang="ro-RO" dirty="0"/>
              <a:t>ă</a:t>
            </a:r>
            <a:r>
              <a:rPr lang="en-US" dirty="0" err="1"/>
              <a:t>ri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lista</a:t>
            </a:r>
            <a:r>
              <a:rPr lang="en-US" b="1" dirty="0"/>
              <a:t> </a:t>
            </a:r>
            <a:r>
              <a:rPr lang="en-US" b="1" dirty="0" err="1"/>
              <a:t>pachetelor</a:t>
            </a:r>
            <a:r>
              <a:rPr lang="en-US" dirty="0"/>
              <a:t> software care </a:t>
            </a:r>
            <a:r>
              <a:rPr lang="en-US" b="1" dirty="0"/>
              <a:t>au </a:t>
            </a:r>
            <a:r>
              <a:rPr lang="en-US" b="1" dirty="0" err="1"/>
              <a:t>fost</a:t>
            </a:r>
            <a:r>
              <a:rPr lang="en-US" b="1" dirty="0"/>
              <a:t> </a:t>
            </a:r>
            <a:r>
              <a:rPr lang="en-US" b="1" dirty="0" err="1"/>
              <a:t>instalate</a:t>
            </a:r>
            <a:r>
              <a:rPr lang="en-US" dirty="0"/>
              <a:t> c</a:t>
            </a:r>
            <a:r>
              <a:rPr lang="ro-RO" dirty="0"/>
              <a:t>â</a:t>
            </a:r>
            <a:r>
              <a:rPr lang="en-US" dirty="0" err="1"/>
              <a:t>ndva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ro-RO" dirty="0"/>
              <a:t>şi </a:t>
            </a:r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dirty="0" err="1"/>
              <a:t>ultimei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nl</a:t>
            </a:r>
            <a:r>
              <a:rPr lang="ro-RO" dirty="0"/>
              <a:t>ă</a:t>
            </a:r>
            <a:r>
              <a:rPr lang="en-US" dirty="0"/>
              <a:t>tur</a:t>
            </a:r>
            <a:r>
              <a:rPr lang="ro-RO" dirty="0"/>
              <a:t>ă</a:t>
            </a:r>
            <a:r>
              <a:rPr lang="en-US" dirty="0" err="1"/>
              <a:t>ri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istoria</a:t>
            </a:r>
            <a:r>
              <a:rPr lang="en-US" b="1" dirty="0"/>
              <a:t> opera</a:t>
            </a:r>
            <a:r>
              <a:rPr lang="ro-RO" b="1" dirty="0"/>
              <a:t>ţ</a:t>
            </a:r>
            <a:r>
              <a:rPr lang="en-US" b="1" dirty="0" err="1"/>
              <a:t>iilor</a:t>
            </a:r>
            <a:r>
              <a:rPr lang="en-US" dirty="0"/>
              <a:t> </a:t>
            </a:r>
            <a:r>
              <a:rPr lang="en-US" dirty="0" err="1"/>
              <a:t>efectuate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anumit</a:t>
            </a:r>
            <a:r>
              <a:rPr lang="en-US" dirty="0"/>
              <a:t> </a:t>
            </a:r>
            <a:r>
              <a:rPr lang="en-US" dirty="0" err="1"/>
              <a:t>pachet</a:t>
            </a:r>
            <a:r>
              <a:rPr lang="en-US" dirty="0"/>
              <a:t> software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lista</a:t>
            </a:r>
            <a:r>
              <a:rPr lang="en-US" b="1" dirty="0"/>
              <a:t> </a:t>
            </a:r>
            <a:r>
              <a:rPr lang="en-US" b="1" dirty="0" err="1"/>
              <a:t>pachetelor</a:t>
            </a:r>
            <a:r>
              <a:rPr lang="en-US" dirty="0"/>
              <a:t> software </a:t>
            </a:r>
            <a:r>
              <a:rPr lang="en-US" b="1" dirty="0" err="1"/>
              <a:t>instalate</a:t>
            </a:r>
            <a:r>
              <a:rPr lang="en-US" b="1" dirty="0"/>
              <a:t>/</a:t>
            </a:r>
            <a:r>
              <a:rPr lang="ro-RO" b="1" dirty="0"/>
              <a:t>î</a:t>
            </a:r>
            <a:r>
              <a:rPr lang="en-US" b="1" dirty="0" err="1"/>
              <a:t>nl</a:t>
            </a:r>
            <a:r>
              <a:rPr lang="ro-RO" b="1" dirty="0"/>
              <a:t>ă</a:t>
            </a:r>
            <a:r>
              <a:rPr lang="en-US" b="1" dirty="0" err="1"/>
              <a:t>turate</a:t>
            </a:r>
            <a:r>
              <a:rPr lang="en-US" b="1" dirty="0"/>
              <a:t> </a:t>
            </a:r>
            <a:r>
              <a:rPr lang="ro-RO" b="1" dirty="0"/>
              <a:t>î</a:t>
            </a:r>
            <a:r>
              <a:rPr lang="en-US" b="1" dirty="0" err="1"/>
              <a:t>ntr</a:t>
            </a:r>
            <a:r>
              <a:rPr lang="en-US" b="1" dirty="0"/>
              <a:t>-o </a:t>
            </a:r>
            <a:r>
              <a:rPr lang="en-US" b="1" dirty="0" err="1"/>
              <a:t>perioad</a:t>
            </a:r>
            <a:r>
              <a:rPr lang="ro-RO" b="1" dirty="0"/>
              <a:t>ă</a:t>
            </a:r>
            <a:r>
              <a:rPr lang="en-US" b="1" dirty="0"/>
              <a:t> </a:t>
            </a:r>
            <a:r>
              <a:rPr lang="en-US" b="1" dirty="0" err="1"/>
              <a:t>dat</a:t>
            </a:r>
            <a:r>
              <a:rPr lang="ro-RO" b="1" dirty="0"/>
              <a:t>ă</a:t>
            </a:r>
            <a:r>
              <a:rPr lang="en-US" dirty="0"/>
              <a:t> de </a:t>
            </a:r>
            <a:r>
              <a:rPr lang="en-US" dirty="0" err="1"/>
              <a:t>timp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ro-RO" b="1" dirty="0"/>
              <a:t>lista</a:t>
            </a:r>
            <a:r>
              <a:rPr lang="ro-RO" dirty="0"/>
              <a:t> </a:t>
            </a:r>
            <a:r>
              <a:rPr lang="en-US" b="1" dirty="0" err="1"/>
              <a:t>pachetel</a:t>
            </a:r>
            <a:r>
              <a:rPr lang="ro-RO" b="1" dirty="0"/>
              <a:t>or</a:t>
            </a:r>
            <a:r>
              <a:rPr lang="en-US" b="1" dirty="0"/>
              <a:t> </a:t>
            </a:r>
            <a:r>
              <a:rPr lang="en-US" b="1" dirty="0" err="1"/>
              <a:t>instalate</a:t>
            </a:r>
            <a:r>
              <a:rPr lang="en-US" b="1" dirty="0"/>
              <a:t> par</a:t>
            </a:r>
            <a:r>
              <a:rPr lang="ro-RO" b="1" dirty="0"/>
              <a:t>ţ</a:t>
            </a:r>
            <a:r>
              <a:rPr lang="en-US" b="1" dirty="0" err="1"/>
              <a:t>ial</a:t>
            </a:r>
            <a:r>
              <a:rPr lang="en-US" dirty="0"/>
              <a:t> </a:t>
            </a:r>
            <a:r>
              <a:rPr lang="ro-RO" dirty="0"/>
              <a:t>ş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determina</a:t>
            </a:r>
            <a:r>
              <a:rPr lang="en-US" dirty="0"/>
              <a:t> </a:t>
            </a:r>
            <a:r>
              <a:rPr lang="en-US" b="1" dirty="0" err="1"/>
              <a:t>dac</a:t>
            </a:r>
            <a:r>
              <a:rPr lang="ro-RO" b="1" dirty="0"/>
              <a:t>ă</a:t>
            </a:r>
            <a:r>
              <a:rPr lang="en-US" dirty="0"/>
              <a:t> p</a:t>
            </a:r>
            <a:r>
              <a:rPr lang="ro-RO" dirty="0"/>
              <a:t>â</a:t>
            </a:r>
            <a:r>
              <a:rPr lang="en-US" dirty="0"/>
              <a:t>n</a:t>
            </a:r>
            <a:r>
              <a:rPr lang="ro-RO" dirty="0"/>
              <a:t>ă</a:t>
            </a:r>
            <a:r>
              <a:rPr lang="en-US" dirty="0"/>
              <a:t> la </a:t>
            </a:r>
            <a:r>
              <a:rPr lang="en-US" dirty="0" err="1"/>
              <a:t>urm</a:t>
            </a:r>
            <a:r>
              <a:rPr lang="ro-RO" dirty="0"/>
              <a:t>ă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b="1" dirty="0" err="1"/>
              <a:t>instalate</a:t>
            </a:r>
            <a:r>
              <a:rPr lang="en-US" b="1" dirty="0"/>
              <a:t> </a:t>
            </a:r>
            <a:r>
              <a:rPr lang="en-US" b="1" dirty="0" err="1"/>
              <a:t>corect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detecteaz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b="1" dirty="0" err="1"/>
              <a:t>dac</a:t>
            </a:r>
            <a:r>
              <a:rPr lang="ro-RO" b="1" dirty="0"/>
              <a:t>ă</a:t>
            </a:r>
            <a:r>
              <a:rPr lang="en-US" dirty="0"/>
              <a:t> un </a:t>
            </a:r>
            <a:r>
              <a:rPr lang="en-US" dirty="0" err="1"/>
              <a:t>pachet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b="1" dirty="0" err="1"/>
              <a:t>instalat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prima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sistem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tip</a:t>
            </a:r>
            <a:r>
              <a:rPr lang="ro-RO" b="1" dirty="0"/>
              <a:t>ă</a:t>
            </a:r>
            <a:r>
              <a:rPr lang="en-US" b="1" dirty="0"/>
              <a:t>re</a:t>
            </a:r>
            <a:r>
              <a:rPr lang="ro-RO" b="1" dirty="0"/>
              <a:t>ş</a:t>
            </a:r>
            <a:r>
              <a:rPr lang="en-US" b="1" dirty="0" err="1"/>
              <a:t>te</a:t>
            </a:r>
            <a:r>
              <a:rPr lang="en-US" dirty="0"/>
              <a:t> la </a:t>
            </a:r>
            <a:r>
              <a:rPr lang="en-US" dirty="0" err="1"/>
              <a:t>cerere</a:t>
            </a:r>
            <a:r>
              <a:rPr lang="en-US" dirty="0"/>
              <a:t> </a:t>
            </a:r>
            <a:r>
              <a:rPr lang="en-US" b="1" dirty="0" err="1"/>
              <a:t>dimensiunea</a:t>
            </a:r>
            <a:r>
              <a:rPr lang="en-US" dirty="0"/>
              <a:t> </a:t>
            </a:r>
            <a:r>
              <a:rPr lang="en-US" b="1" dirty="0" err="1"/>
              <a:t>unui</a:t>
            </a:r>
            <a:r>
              <a:rPr lang="en-US" b="1" dirty="0"/>
              <a:t> </a:t>
            </a:r>
            <a:r>
              <a:rPr lang="en-US" b="1" dirty="0" err="1"/>
              <a:t>pachet</a:t>
            </a:r>
            <a:r>
              <a:rPr lang="en-US" b="1" dirty="0"/>
              <a:t> </a:t>
            </a:r>
            <a:r>
              <a:rPr lang="en-US" b="1" dirty="0" err="1"/>
              <a:t>instalat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programul</a:t>
            </a:r>
            <a:r>
              <a:rPr lang="en-US" dirty="0"/>
              <a:t> men</a:t>
            </a:r>
            <a:r>
              <a:rPr lang="ro-RO" dirty="0"/>
              <a:t>ţ</a:t>
            </a:r>
            <a:r>
              <a:rPr lang="en-US" dirty="0" err="1"/>
              <a:t>ine</a:t>
            </a:r>
            <a:r>
              <a:rPr lang="en-US" dirty="0"/>
              <a:t> </a:t>
            </a:r>
            <a:r>
              <a:rPr lang="en-US" b="1" dirty="0" err="1"/>
              <a:t>suma</a:t>
            </a:r>
            <a:r>
              <a:rPr lang="en-US" b="1" dirty="0"/>
              <a:t> </a:t>
            </a:r>
            <a:r>
              <a:rPr lang="en-US" b="1" dirty="0" err="1"/>
              <a:t>dimensiunilor</a:t>
            </a:r>
            <a:r>
              <a:rPr lang="en-US" dirty="0"/>
              <a:t> </a:t>
            </a:r>
            <a:r>
              <a:rPr lang="en-US" dirty="0" err="1"/>
              <a:t>pachetelor</a:t>
            </a:r>
            <a:r>
              <a:rPr lang="en-US" dirty="0"/>
              <a:t> </a:t>
            </a:r>
            <a:r>
              <a:rPr lang="en-US" dirty="0" err="1"/>
              <a:t>instalate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ro-RO" dirty="0"/>
              <a:t>ş</a:t>
            </a:r>
            <a:r>
              <a:rPr lang="en-US" dirty="0" err="1"/>
              <a:t>i</a:t>
            </a:r>
            <a:r>
              <a:rPr lang="en-US" dirty="0"/>
              <a:t> o </a:t>
            </a:r>
            <a:r>
              <a:rPr lang="en-US" b="1" dirty="0" err="1"/>
              <a:t>actualizeaz</a:t>
            </a:r>
            <a:r>
              <a:rPr lang="ro-RO" b="1" dirty="0"/>
              <a:t>ă</a:t>
            </a:r>
            <a:r>
              <a:rPr lang="en-US" b="1" dirty="0"/>
              <a:t> </a:t>
            </a:r>
            <a:r>
              <a:rPr lang="en-US" dirty="0" err="1"/>
              <a:t>corespunz</a:t>
            </a:r>
            <a:r>
              <a:rPr lang="ro-RO" dirty="0"/>
              <a:t>ă</a:t>
            </a:r>
            <a:r>
              <a:rPr lang="en-US" dirty="0"/>
              <a:t>tor cu </a:t>
            </a:r>
            <a:r>
              <a:rPr lang="en-US" dirty="0" err="1"/>
              <a:t>fiecare</a:t>
            </a:r>
            <a:r>
              <a:rPr lang="en-US" dirty="0"/>
              <a:t> install/remove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b="1" dirty="0" err="1"/>
              <a:t>implementeaz</a:t>
            </a:r>
            <a:r>
              <a:rPr lang="ro-RO" b="1" dirty="0"/>
              <a:t>ă</a:t>
            </a:r>
            <a:r>
              <a:rPr lang="en-US" b="1" dirty="0"/>
              <a:t> un undo cache</a:t>
            </a:r>
            <a:r>
              <a:rPr lang="en-US" dirty="0"/>
              <a:t> care re</a:t>
            </a:r>
            <a:r>
              <a:rPr lang="ro-RO" dirty="0"/>
              <a:t>ţ</a:t>
            </a:r>
            <a:r>
              <a:rPr lang="en-US" dirty="0" err="1"/>
              <a:t>ine</a:t>
            </a:r>
            <a:r>
              <a:rPr lang="en-US" dirty="0"/>
              <a:t> </a:t>
            </a:r>
            <a:r>
              <a:rPr lang="en-US" b="1" dirty="0" err="1"/>
              <a:t>cele</a:t>
            </a:r>
            <a:r>
              <a:rPr lang="en-US" b="1" dirty="0"/>
              <a:t> </a:t>
            </a:r>
            <a:r>
              <a:rPr lang="en-US" b="1" dirty="0" err="1"/>
              <a:t>mai</a:t>
            </a:r>
            <a:r>
              <a:rPr lang="en-US" b="1" dirty="0"/>
              <a:t> </a:t>
            </a:r>
            <a:r>
              <a:rPr lang="en-US" b="1" dirty="0" err="1"/>
              <a:t>recente</a:t>
            </a:r>
            <a:r>
              <a:rPr lang="en-US" b="1" dirty="0"/>
              <a:t> N remove-</a:t>
            </a:r>
            <a:r>
              <a:rPr lang="en-US" b="1" dirty="0" err="1"/>
              <a:t>uri</a:t>
            </a:r>
            <a:r>
              <a:rPr lang="en-US" dirty="0"/>
              <a:t> </a:t>
            </a:r>
            <a:r>
              <a:rPr lang="ro-RO" dirty="0"/>
              <a:t>ş</a:t>
            </a:r>
            <a:r>
              <a:rPr lang="en-US" dirty="0" err="1"/>
              <a:t>i</a:t>
            </a:r>
            <a:r>
              <a:rPr lang="en-US" dirty="0"/>
              <a:t> le </a:t>
            </a:r>
            <a:r>
              <a:rPr lang="en-US" b="1" dirty="0" err="1"/>
              <a:t>afi</a:t>
            </a:r>
            <a:r>
              <a:rPr lang="ro-RO" b="1" dirty="0"/>
              <a:t>ş</a:t>
            </a:r>
            <a:r>
              <a:rPr lang="en-US" b="1" dirty="0" err="1"/>
              <a:t>eaz</a:t>
            </a:r>
            <a:r>
              <a:rPr lang="ro-RO" b="1" dirty="0"/>
              <a:t>ă</a:t>
            </a:r>
            <a:r>
              <a:rPr lang="en-US" dirty="0"/>
              <a:t> la </a:t>
            </a:r>
            <a:r>
              <a:rPr lang="en-US" dirty="0" err="1"/>
              <a:t>cerere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putea</a:t>
            </a:r>
            <a:r>
              <a:rPr lang="en-US" dirty="0"/>
              <a:t> fi eventual </a:t>
            </a:r>
            <a:r>
              <a:rPr lang="en-US" dirty="0" err="1"/>
              <a:t>reinstalate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0235D-9DED-C537-5D1A-8ADD1C58E57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6A739-0FA7-6D0F-9A80-F3FBBA9F9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7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21D0-27E8-4999-9485-8F7E8174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Ce </a:t>
            </a:r>
            <a:r>
              <a:rPr lang="en-US" b="1" u="sng" dirty="0" err="1"/>
              <a:t>este</a:t>
            </a:r>
            <a:r>
              <a:rPr lang="en-US" b="1" u="sng" dirty="0"/>
              <a:t> /var/log/dpkg.log?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3F1F3-17EE-3E89-4FCE-6E461033AF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Este </a:t>
            </a:r>
            <a:r>
              <a:rPr lang="en-US" dirty="0"/>
              <a:t>un </a:t>
            </a:r>
            <a:r>
              <a:rPr lang="en-US" dirty="0" err="1"/>
              <a:t>fișier</a:t>
            </a:r>
            <a:r>
              <a:rPr lang="en-US" dirty="0"/>
              <a:t> </a:t>
            </a:r>
            <a:r>
              <a:rPr lang="en-US" dirty="0" err="1"/>
              <a:t>jurnal</a:t>
            </a:r>
            <a:r>
              <a:rPr lang="en-US" dirty="0"/>
              <a:t> (log) crucial pe </a:t>
            </a:r>
            <a:r>
              <a:rPr lang="en-US" dirty="0" err="1"/>
              <a:t>sistemele</a:t>
            </a:r>
            <a:r>
              <a:rPr lang="en-US" dirty="0"/>
              <a:t> de </a:t>
            </a:r>
            <a:r>
              <a:rPr lang="en-US" dirty="0" err="1"/>
              <a:t>operare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</a:t>
            </a:r>
            <a:r>
              <a:rPr lang="en-US" b="1" dirty="0"/>
              <a:t>Debian</a:t>
            </a:r>
            <a:r>
              <a:rPr lang="en-US" dirty="0"/>
              <a:t> (</a:t>
            </a:r>
            <a:r>
              <a:rPr lang="en-US" dirty="0" err="1"/>
              <a:t>inclusiv</a:t>
            </a:r>
            <a:r>
              <a:rPr lang="en-US" dirty="0"/>
              <a:t> </a:t>
            </a:r>
            <a:r>
              <a:rPr lang="en-US" b="1" dirty="0"/>
              <a:t>Ubuntu</a:t>
            </a:r>
            <a:r>
              <a:rPr lang="en-US" dirty="0"/>
              <a:t>) care </a:t>
            </a:r>
            <a:r>
              <a:rPr lang="en-US" dirty="0" err="1"/>
              <a:t>utilizează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gestionare</a:t>
            </a:r>
            <a:r>
              <a:rPr lang="en-US" dirty="0"/>
              <a:t> a </a:t>
            </a:r>
            <a:r>
              <a:rPr lang="en-US" dirty="0" err="1"/>
              <a:t>pachetelor</a:t>
            </a:r>
            <a:r>
              <a:rPr lang="en-US" dirty="0"/>
              <a:t> </a:t>
            </a:r>
            <a:r>
              <a:rPr lang="en-US" b="1" dirty="0" err="1"/>
              <a:t>dpkg</a:t>
            </a:r>
            <a:r>
              <a:rPr lang="en-US" dirty="0"/>
              <a:t>. </a:t>
            </a:r>
            <a:r>
              <a:rPr lang="en-US" dirty="0" err="1"/>
              <a:t>Înregistrează</a:t>
            </a:r>
            <a:r>
              <a:rPr lang="en-US" dirty="0"/>
              <a:t> </a:t>
            </a:r>
            <a:r>
              <a:rPr lang="en-US" dirty="0" err="1"/>
              <a:t>evenimente</a:t>
            </a:r>
            <a:r>
              <a:rPr lang="en-US" dirty="0"/>
              <a:t> legate de: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Instalare</a:t>
            </a:r>
            <a:r>
              <a:rPr lang="en-US" dirty="0"/>
              <a:t> (install)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Actualizare</a:t>
            </a:r>
            <a:r>
              <a:rPr lang="en-US" dirty="0"/>
              <a:t> (upgrade)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Înlăturare</a:t>
            </a:r>
            <a:r>
              <a:rPr lang="en-US" dirty="0"/>
              <a:t> (remove, purge)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Configurare</a:t>
            </a:r>
            <a:r>
              <a:rPr lang="en-US" dirty="0"/>
              <a:t> (configure)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/>
              <a:t>Deza</a:t>
            </a:r>
            <a:r>
              <a:rPr lang="ro-RO" b="1" dirty="0"/>
              <a:t>sa</a:t>
            </a:r>
            <a:r>
              <a:rPr lang="en-US" b="1" dirty="0" err="1"/>
              <a:t>mbalare</a:t>
            </a:r>
            <a:r>
              <a:rPr lang="ro-RO" b="1" dirty="0"/>
              <a:t>a</a:t>
            </a:r>
            <a:r>
              <a:rPr lang="en-US" dirty="0"/>
              <a:t> (unpack) </a:t>
            </a:r>
            <a:r>
              <a:rPr lang="en-US" dirty="0" err="1"/>
              <a:t>pachetelor</a:t>
            </a:r>
            <a:r>
              <a:rPr lang="en-US" dirty="0"/>
              <a:t> software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15AB3-2245-F705-A9F5-1329A6413EA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037EE-4308-0188-BE79-F1267ED77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3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3E465DD-2AF4-CF10-3BD1-82CCBE58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u="sng" dirty="0"/>
              <a:t>Cum </a:t>
            </a:r>
            <a:r>
              <a:rPr lang="en-US" sz="2800" b="1" u="sng" dirty="0" err="1"/>
              <a:t>arată</a:t>
            </a:r>
            <a:r>
              <a:rPr lang="en-US" sz="2800" b="1" u="sng" dirty="0"/>
              <a:t> </a:t>
            </a:r>
            <a:r>
              <a:rPr lang="en-US" sz="2800" b="1" u="sng" dirty="0" err="1"/>
              <a:t>informația</a:t>
            </a:r>
            <a:r>
              <a:rPr lang="en-US" sz="2800" b="1" u="sng" dirty="0"/>
              <a:t> din </a:t>
            </a:r>
            <a:r>
              <a:rPr lang="en-US" sz="2800" b="1" u="sng" dirty="0" err="1"/>
              <a:t>fișier</a:t>
            </a:r>
            <a:r>
              <a:rPr lang="en-US" sz="2800" b="1" u="sng" dirty="0"/>
              <a:t>?</a:t>
            </a:r>
            <a:endParaRPr lang="en-US" sz="28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A020AC-56EE-B9EB-F143-049887021D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linie</a:t>
            </a:r>
            <a:r>
              <a:rPr lang="en-US" dirty="0"/>
              <a:t> din </a:t>
            </a:r>
            <a:r>
              <a:rPr lang="en-US" dirty="0" err="1"/>
              <a:t>acest</a:t>
            </a:r>
            <a:r>
              <a:rPr lang="en-US" dirty="0"/>
              <a:t> log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compusă</a:t>
            </a:r>
            <a:r>
              <a:rPr lang="en-US" dirty="0"/>
              <a:t> din 6 </a:t>
            </a:r>
            <a:r>
              <a:rPr lang="en-US" dirty="0" err="1"/>
              <a:t>câmpuri</a:t>
            </a:r>
            <a:r>
              <a:rPr lang="en-US" dirty="0"/>
              <a:t> separate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spații</a:t>
            </a:r>
            <a:r>
              <a:rPr lang="en-US" dirty="0"/>
              <a:t>, </a:t>
            </a:r>
            <a:r>
              <a:rPr lang="en-US" dirty="0" err="1"/>
              <a:t>după</a:t>
            </a:r>
            <a:r>
              <a:rPr lang="en-US" dirty="0"/>
              <a:t> cum </a:t>
            </a:r>
            <a:r>
              <a:rPr lang="en-US" dirty="0" err="1"/>
              <a:t>urmează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3C920-C5A6-23EC-E994-963874B0691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0A77E-CB6A-0F29-7128-895C1EBEA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Table Placeholder 5">
            <a:extLst>
              <a:ext uri="{FF2B5EF4-FFF2-40B4-BE49-F238E27FC236}">
                <a16:creationId xmlns:a16="http://schemas.microsoft.com/office/drawing/2014/main" id="{2A4DFD47-F579-1137-EBE7-50924F47D7AC}"/>
              </a:ext>
            </a:extLst>
          </p:cNvPr>
          <p:cNvPicPr>
            <a:picLocks noGrp="1" noChangeAspect="1"/>
          </p:cNvPicPr>
          <p:nvPr>
            <p:ph type="tbl" sz="quarter" idx="4294967295"/>
          </p:nvPr>
        </p:nvPicPr>
        <p:blipFill>
          <a:blip r:embed="rId2"/>
          <a:stretch/>
        </p:blipFill>
        <p:spPr>
          <a:xfrm>
            <a:off x="1639440" y="2358615"/>
            <a:ext cx="8864033" cy="3340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47E3A8-5649-A299-FFFC-455EA832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99" b="8668"/>
          <a:stretch>
            <a:fillRect/>
          </a:stretch>
        </p:blipFill>
        <p:spPr>
          <a:xfrm>
            <a:off x="7045885" y="624090"/>
            <a:ext cx="4615284" cy="9758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83272D-B34B-F1BC-FE81-CD6C5DC77713}"/>
              </a:ext>
            </a:extLst>
          </p:cNvPr>
          <p:cNvSpPr txBox="1"/>
          <p:nvPr/>
        </p:nvSpPr>
        <p:spPr>
          <a:xfrm>
            <a:off x="9873131" y="4494197"/>
            <a:ext cx="27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155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C123F-FE5F-9F8A-BC57-EBE33F71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Pași</a:t>
            </a:r>
            <a:r>
              <a:rPr lang="en-US" b="1" u="sng" dirty="0"/>
              <a:t> </a:t>
            </a:r>
            <a:r>
              <a:rPr lang="ro-RO" b="1" u="sng" dirty="0"/>
              <a:t>g</a:t>
            </a:r>
            <a:r>
              <a:rPr lang="en-US" b="1" u="sng" dirty="0" err="1"/>
              <a:t>enerali</a:t>
            </a:r>
            <a:r>
              <a:rPr lang="en-US" b="1" u="sng" dirty="0"/>
              <a:t> de </a:t>
            </a:r>
            <a:r>
              <a:rPr lang="ro-RO" b="1" u="sng" dirty="0"/>
              <a:t>p</a:t>
            </a:r>
            <a:r>
              <a:rPr lang="en-US" b="1" u="sng" dirty="0" err="1"/>
              <a:t>arsare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8E15F-6257-4DCA-67C8-D144E2D6B9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582220"/>
            <a:ext cx="10907016" cy="4171308"/>
          </a:xfrm>
        </p:spPr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Citirea</a:t>
            </a:r>
            <a:r>
              <a:rPr lang="en-US" b="1" dirty="0"/>
              <a:t> </a:t>
            </a:r>
            <a:r>
              <a:rPr lang="ro-RO" b="1" dirty="0"/>
              <a:t>f</a:t>
            </a:r>
            <a:r>
              <a:rPr lang="en-US" b="1" dirty="0" err="1"/>
              <a:t>ișierului</a:t>
            </a:r>
            <a:r>
              <a:rPr lang="en-US" b="1" dirty="0"/>
              <a:t>: </a:t>
            </a:r>
            <a:r>
              <a:rPr lang="en-US" dirty="0" err="1"/>
              <a:t>Scriptul</a:t>
            </a:r>
            <a:r>
              <a:rPr lang="en-US" dirty="0"/>
              <a:t> </a:t>
            </a:r>
            <a:r>
              <a:rPr lang="en-US" dirty="0" err="1"/>
              <a:t>monitorului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citi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/var/log/dpkg.log </a:t>
            </a:r>
            <a:r>
              <a:rPr lang="en-US" dirty="0" err="1"/>
              <a:t>linie</a:t>
            </a:r>
            <a:r>
              <a:rPr lang="en-US" dirty="0"/>
              <a:t> cu </a:t>
            </a:r>
            <a:r>
              <a:rPr lang="en-US" dirty="0" err="1"/>
              <a:t>linie</a:t>
            </a:r>
            <a:r>
              <a:rPr lang="en-US" dirty="0"/>
              <a:t> (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comenzi</a:t>
            </a:r>
            <a:r>
              <a:rPr lang="en-US" dirty="0"/>
              <a:t> de tip cat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bucle</a:t>
            </a:r>
            <a:r>
              <a:rPr lang="en-US" dirty="0"/>
              <a:t> while read).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Identificarea</a:t>
            </a:r>
            <a:r>
              <a:rPr lang="en-US" b="1" dirty="0"/>
              <a:t> </a:t>
            </a:r>
            <a:r>
              <a:rPr lang="ro-RO" b="1" dirty="0"/>
              <a:t>c</a:t>
            </a:r>
            <a:r>
              <a:rPr lang="en-US" b="1" dirty="0" err="1"/>
              <a:t>âmpurilor</a:t>
            </a:r>
            <a:r>
              <a:rPr lang="en-US" b="1" dirty="0"/>
              <a:t>: </a:t>
            </a:r>
            <a:r>
              <a:rPr lang="en-US" dirty="0"/>
              <a:t>Pe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linie</a:t>
            </a:r>
            <a:r>
              <a:rPr lang="en-US" dirty="0"/>
              <a:t>, v</a:t>
            </a:r>
            <a:r>
              <a:rPr lang="ro-RO" dirty="0"/>
              <a:t>om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comenzi</a:t>
            </a:r>
            <a:r>
              <a:rPr lang="en-US" dirty="0"/>
              <a:t> ca awk </a:t>
            </a:r>
            <a:r>
              <a:rPr lang="en-US" dirty="0" err="1"/>
              <a:t>sau</a:t>
            </a:r>
            <a:r>
              <a:rPr lang="en-US" dirty="0"/>
              <a:t> cut (</a:t>
            </a:r>
            <a:r>
              <a:rPr lang="en-US" dirty="0" err="1"/>
              <a:t>și</a:t>
            </a:r>
            <a:r>
              <a:rPr lang="en-US" dirty="0"/>
              <a:t>, </a:t>
            </a:r>
            <a:r>
              <a:rPr lang="en-US" dirty="0" err="1"/>
              <a:t>probabil</a:t>
            </a:r>
            <a:r>
              <a:rPr lang="en-US" dirty="0"/>
              <a:t>, grep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filtrare</a:t>
            </a:r>
            <a:r>
              <a:rPr lang="en-US" dirty="0"/>
              <a:t>)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separa</a:t>
            </a:r>
            <a:r>
              <a:rPr lang="en-US" dirty="0"/>
              <a:t> </a:t>
            </a:r>
            <a:r>
              <a:rPr lang="en-US" dirty="0" err="1"/>
              <a:t>diferitele</a:t>
            </a:r>
            <a:r>
              <a:rPr lang="en-US" dirty="0"/>
              <a:t> </a:t>
            </a:r>
            <a:r>
              <a:rPr lang="en-US" dirty="0" err="1"/>
              <a:t>câmpuri</a:t>
            </a:r>
            <a:r>
              <a:rPr lang="en-US" dirty="0"/>
              <a:t> (data, </a:t>
            </a:r>
            <a:r>
              <a:rPr lang="en-US" dirty="0" err="1"/>
              <a:t>ora</a:t>
            </a:r>
            <a:r>
              <a:rPr lang="en-US" dirty="0"/>
              <a:t>, </a:t>
            </a:r>
            <a:r>
              <a:rPr lang="en-US" dirty="0" err="1"/>
              <a:t>operația</a:t>
            </a:r>
            <a:r>
              <a:rPr lang="en-US" dirty="0"/>
              <a:t>,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pachetului</a:t>
            </a:r>
            <a:r>
              <a:rPr lang="en-US" dirty="0"/>
              <a:t>, </a:t>
            </a:r>
            <a:r>
              <a:rPr lang="en-US" dirty="0" err="1"/>
              <a:t>versiunile</a:t>
            </a:r>
            <a:r>
              <a:rPr lang="en-US" dirty="0"/>
              <a:t>) care sunt separate de </a:t>
            </a:r>
            <a:r>
              <a:rPr lang="en-US" dirty="0" err="1"/>
              <a:t>spații</a:t>
            </a:r>
            <a:r>
              <a:rPr lang="en-US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Filtrarea</a:t>
            </a:r>
            <a:r>
              <a:rPr lang="en-US" dirty="0"/>
              <a:t>: V</a:t>
            </a:r>
            <a:r>
              <a:rPr lang="ro-RO" dirty="0"/>
              <a:t>om</a:t>
            </a:r>
            <a:r>
              <a:rPr lang="en-US" dirty="0"/>
              <a:t> filtra </a:t>
            </a:r>
            <a:r>
              <a:rPr lang="en-US" dirty="0" err="1"/>
              <a:t>liniile</a:t>
            </a:r>
            <a:r>
              <a:rPr lang="en-US" dirty="0"/>
              <a:t> care </a:t>
            </a:r>
            <a:r>
              <a:rPr lang="en-US" dirty="0" err="1"/>
              <a:t>conțin</a:t>
            </a:r>
            <a:r>
              <a:rPr lang="en-US" dirty="0"/>
              <a:t> </a:t>
            </a:r>
            <a:r>
              <a:rPr lang="en-US" dirty="0" err="1"/>
              <a:t>operațiile</a:t>
            </a:r>
            <a:r>
              <a:rPr lang="en-US" dirty="0"/>
              <a:t> de </a:t>
            </a:r>
            <a:r>
              <a:rPr lang="en-US" dirty="0" err="1"/>
              <a:t>interes</a:t>
            </a:r>
            <a:r>
              <a:rPr lang="en-US" dirty="0"/>
              <a:t> (</a:t>
            </a:r>
            <a:r>
              <a:rPr lang="en-US" dirty="0" err="1"/>
              <a:t>în</a:t>
            </a:r>
            <a:r>
              <a:rPr lang="en-US" dirty="0"/>
              <a:t> principal install </a:t>
            </a:r>
            <a:r>
              <a:rPr lang="en-US" dirty="0" err="1"/>
              <a:t>și</a:t>
            </a:r>
            <a:r>
              <a:rPr lang="en-US" dirty="0"/>
              <a:t> remove).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Extragerea</a:t>
            </a:r>
            <a:r>
              <a:rPr lang="en-US" b="1" dirty="0"/>
              <a:t> </a:t>
            </a:r>
            <a:r>
              <a:rPr lang="ro-RO" b="1" dirty="0"/>
              <a:t>d</a:t>
            </a:r>
            <a:r>
              <a:rPr lang="en-US" b="1" dirty="0" err="1"/>
              <a:t>atelor</a:t>
            </a:r>
            <a:r>
              <a:rPr lang="en-US" b="1" dirty="0"/>
              <a:t> </a:t>
            </a:r>
            <a:r>
              <a:rPr lang="ro-RO" b="1" dirty="0"/>
              <a:t>c</a:t>
            </a:r>
            <a:r>
              <a:rPr lang="en-US" b="1" dirty="0" err="1"/>
              <a:t>heie</a:t>
            </a:r>
            <a:endParaRPr lang="ro-RO" b="1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Organizarea</a:t>
            </a:r>
            <a:r>
              <a:rPr lang="en-US" b="1" dirty="0"/>
              <a:t>: </a:t>
            </a:r>
            <a:r>
              <a:rPr lang="en-US" dirty="0" err="1"/>
              <a:t>Folos</a:t>
            </a:r>
            <a:r>
              <a:rPr lang="ro-RO" dirty="0"/>
              <a:t>irea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extrase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structura</a:t>
            </a:r>
            <a:r>
              <a:rPr lang="en-US" dirty="0"/>
              <a:t> de </a:t>
            </a:r>
            <a:r>
              <a:rPr lang="en-US" dirty="0" err="1"/>
              <a:t>fișiere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directoare</a:t>
            </a:r>
            <a:r>
              <a:rPr lang="en-US" dirty="0"/>
              <a:t> </a:t>
            </a:r>
            <a:r>
              <a:rPr lang="en-US" dirty="0" err="1"/>
              <a:t>cerută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directorul</a:t>
            </a:r>
            <a:r>
              <a:rPr lang="en-US" dirty="0"/>
              <a:t> de </a:t>
            </a:r>
            <a:r>
              <a:rPr lang="en-US" dirty="0" err="1"/>
              <a:t>lucru</a:t>
            </a:r>
            <a:endParaRPr lang="en-US" dirty="0"/>
          </a:p>
          <a:p>
            <a:pPr marL="0" lvl="0" indent="0">
              <a:buNone/>
            </a:pPr>
            <a:endParaRPr lang="ro-RO" dirty="0"/>
          </a:p>
          <a:p>
            <a:pPr marL="0" lvl="0" indent="0">
              <a:buNone/>
            </a:pPr>
            <a:r>
              <a:rPr lang="ro-RO" sz="2000" b="1" dirty="0">
                <a:solidFill>
                  <a:srgbClr val="00B050"/>
                </a:solidFill>
              </a:rPr>
              <a:t>MODEL</a:t>
            </a:r>
            <a:r>
              <a:rPr lang="en-US" sz="2000" b="1" dirty="0">
                <a:solidFill>
                  <a:srgbClr val="00B050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00FF00"/>
                </a:highlight>
              </a:rPr>
              <a:t>awk ($3 == "install") || ($3 == "remove")</a:t>
            </a:r>
            <a:endParaRPr lang="en-US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US" b="1" dirty="0">
                <a:highlight>
                  <a:srgbClr val="00FF00"/>
                </a:highlight>
              </a:rPr>
              <a:t>{ DATA=$1 ORA=$2 OPERATIE=$3 PACHET=$4 VERSIUNE_VECHE=$5 VERSIUNE_NOUA=$6</a:t>
            </a: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EA78B-D52E-FD7E-3D52-D1E4DC2A88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DAB0F-14B4-DC77-A0D9-DC92DC77F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95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4E500-2FC3-8389-FD50-31D66C8A5FC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6D6781-7A91-9958-482A-E1DD7527B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3696F-D147-1B32-3DCB-2DDACBAF194A}"/>
              </a:ext>
            </a:extLst>
          </p:cNvPr>
          <p:cNvSpPr txBox="1"/>
          <p:nvPr/>
        </p:nvSpPr>
        <p:spPr>
          <a:xfrm>
            <a:off x="2238054" y="2967335"/>
            <a:ext cx="7715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+mj-lt"/>
              </a:rPr>
              <a:t>II. Scop</a:t>
            </a:r>
          </a:p>
        </p:txBody>
      </p:sp>
    </p:spTree>
    <p:extLst>
      <p:ext uri="{BB962C8B-B14F-4D97-AF65-F5344CB8AC3E}">
        <p14:creationId xmlns:p14="http://schemas.microsoft.com/office/powerpoint/2010/main" val="355301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E1C46-E095-D3A7-2E9C-4C146F6AFA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492" y="811659"/>
            <a:ext cx="10907016" cy="489049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un </a:t>
            </a:r>
            <a:r>
              <a:rPr lang="en-US" dirty="0" err="1"/>
              <a:t>exercițiu</a:t>
            </a:r>
            <a:r>
              <a:rPr lang="en-US" dirty="0"/>
              <a:t> academic, ci un instrument de audit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monitorizare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practic</a:t>
            </a:r>
            <a:r>
              <a:rPr lang="en-US" dirty="0"/>
              <a:t>. </a:t>
            </a:r>
            <a:r>
              <a:rPr lang="en-US" dirty="0" err="1"/>
              <a:t>Principalele</a:t>
            </a:r>
            <a:r>
              <a:rPr lang="en-US" dirty="0"/>
              <a:t> sale </a:t>
            </a:r>
            <a:r>
              <a:rPr lang="en-US" dirty="0" err="1"/>
              <a:t>utilități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mediul</a:t>
            </a:r>
            <a:r>
              <a:rPr lang="en-US" dirty="0"/>
              <a:t> de </a:t>
            </a:r>
            <a:r>
              <a:rPr lang="en-US" dirty="0" err="1"/>
              <a:t>producție</a:t>
            </a:r>
            <a:r>
              <a:rPr lang="en-US" dirty="0"/>
              <a:t> sunt: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Detecția</a:t>
            </a:r>
            <a:r>
              <a:rPr lang="en-US" b="1" dirty="0"/>
              <a:t> </a:t>
            </a:r>
            <a:r>
              <a:rPr lang="en-US" b="1" dirty="0" err="1"/>
              <a:t>anomaliilor</a:t>
            </a:r>
            <a:r>
              <a:rPr lang="en-US" dirty="0"/>
              <a:t>: </a:t>
            </a:r>
            <a:r>
              <a:rPr lang="en-US" dirty="0" err="1"/>
              <a:t>Monitorizarea</a:t>
            </a:r>
            <a:r>
              <a:rPr lang="en-US" dirty="0"/>
              <a:t> </a:t>
            </a:r>
            <a:r>
              <a:rPr lang="ro-RO" dirty="0"/>
              <a:t>fișierului </a:t>
            </a:r>
            <a:r>
              <a:rPr lang="en-US" dirty="0" err="1"/>
              <a:t>ajută</a:t>
            </a:r>
            <a:r>
              <a:rPr lang="en-US" dirty="0"/>
              <a:t> la </a:t>
            </a:r>
            <a:r>
              <a:rPr lang="en-US" dirty="0" err="1"/>
              <a:t>detectarea</a:t>
            </a:r>
            <a:r>
              <a:rPr lang="en-US" dirty="0"/>
              <a:t> </a:t>
            </a:r>
            <a:r>
              <a:rPr lang="en-US" dirty="0" err="1"/>
              <a:t>instalărilor</a:t>
            </a:r>
            <a:r>
              <a:rPr lang="en-US" dirty="0"/>
              <a:t> </a:t>
            </a:r>
            <a:r>
              <a:rPr lang="en-US" dirty="0" err="1"/>
              <a:t>neautorizate</a:t>
            </a:r>
            <a:r>
              <a:rPr lang="en-US" dirty="0"/>
              <a:t> de </a:t>
            </a:r>
            <a:r>
              <a:rPr lang="en-US" dirty="0" err="1"/>
              <a:t>pachete</a:t>
            </a:r>
            <a:r>
              <a:rPr lang="en-US" dirty="0"/>
              <a:t> care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fi </a:t>
            </a:r>
            <a:r>
              <a:rPr lang="en-US" dirty="0" err="1"/>
              <a:t>problematice</a:t>
            </a:r>
            <a:r>
              <a:rPr lang="en-US" dirty="0"/>
              <a:t> 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/>
              <a:t>Audit Trail</a:t>
            </a:r>
            <a:r>
              <a:rPr lang="en-US" dirty="0"/>
              <a:t>: </a:t>
            </a:r>
            <a:r>
              <a:rPr lang="en-US" dirty="0" err="1"/>
              <a:t>Oferă</a:t>
            </a:r>
            <a:r>
              <a:rPr lang="en-US" dirty="0"/>
              <a:t> o </a:t>
            </a:r>
            <a:r>
              <a:rPr lang="en-US" dirty="0" err="1"/>
              <a:t>istorie</a:t>
            </a:r>
            <a:r>
              <a:rPr lang="en-US" dirty="0"/>
              <a:t> </a:t>
            </a:r>
            <a:r>
              <a:rPr lang="en-US" dirty="0" err="1"/>
              <a:t>precisă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incident de </a:t>
            </a:r>
            <a:r>
              <a:rPr lang="en-US" dirty="0" err="1"/>
              <a:t>securitate</a:t>
            </a:r>
            <a:r>
              <a:rPr lang="en-US" dirty="0"/>
              <a:t>, </a:t>
            </a:r>
            <a:r>
              <a:rPr lang="en-US" dirty="0" err="1"/>
              <a:t>poți</a:t>
            </a:r>
            <a:r>
              <a:rPr lang="en-US" dirty="0"/>
              <a:t> </a:t>
            </a:r>
            <a:r>
              <a:rPr lang="en-US" dirty="0" err="1"/>
              <a:t>verifica</a:t>
            </a:r>
            <a:r>
              <a:rPr lang="en-US" dirty="0"/>
              <a:t> rapid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pachete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instalate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modificate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de </a:t>
            </a:r>
            <a:r>
              <a:rPr lang="en-US" dirty="0" err="1"/>
              <a:t>atac</a:t>
            </a:r>
            <a:endParaRPr lang="en-US" dirty="0"/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Revenire</a:t>
            </a:r>
            <a:r>
              <a:rPr lang="en-US" b="1" dirty="0"/>
              <a:t> (Rollback) </a:t>
            </a:r>
            <a:r>
              <a:rPr lang="en-US" b="1" dirty="0" err="1"/>
              <a:t>Rapidă</a:t>
            </a:r>
            <a:r>
              <a:rPr lang="en-US" b="1" dirty="0"/>
              <a:t>: </a:t>
            </a:r>
            <a:r>
              <a:rPr lang="en-US" dirty="0" err="1"/>
              <a:t>Dacă</a:t>
            </a:r>
            <a:r>
              <a:rPr lang="en-US" dirty="0"/>
              <a:t> un administrator </a:t>
            </a:r>
            <a:r>
              <a:rPr lang="en-US" dirty="0" err="1"/>
              <a:t>elimină</a:t>
            </a:r>
            <a:r>
              <a:rPr lang="en-US" dirty="0"/>
              <a:t> un </a:t>
            </a:r>
            <a:r>
              <a:rPr lang="en-US" dirty="0" err="1"/>
              <a:t>pachet</a:t>
            </a:r>
            <a:r>
              <a:rPr lang="en-US" dirty="0"/>
              <a:t> critic din </a:t>
            </a:r>
            <a:r>
              <a:rPr lang="en-US" dirty="0" err="1"/>
              <a:t>greșeală</a:t>
            </a:r>
            <a:r>
              <a:rPr lang="en-US" dirty="0"/>
              <a:t>, cache-ul </a:t>
            </a:r>
            <a:r>
              <a:rPr lang="en-US" dirty="0" err="1"/>
              <a:t>îi</a:t>
            </a:r>
            <a:r>
              <a:rPr lang="en-US" dirty="0"/>
              <a:t> </a:t>
            </a:r>
            <a:r>
              <a:rPr lang="en-US" dirty="0" err="1"/>
              <a:t>arată</a:t>
            </a:r>
            <a:r>
              <a:rPr lang="en-US" dirty="0"/>
              <a:t> </a:t>
            </a:r>
            <a:r>
              <a:rPr lang="en-US" dirty="0" err="1"/>
              <a:t>imediat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de </a:t>
            </a:r>
            <a:r>
              <a:rPr lang="en-US" dirty="0" err="1"/>
              <a:t>reinstalare</a:t>
            </a:r>
            <a:r>
              <a:rPr lang="en-US" dirty="0"/>
              <a:t> 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Diagnosticarea</a:t>
            </a:r>
            <a:r>
              <a:rPr lang="en-US" b="1" dirty="0"/>
              <a:t> </a:t>
            </a:r>
            <a:r>
              <a:rPr lang="en-US" b="1" dirty="0" err="1"/>
              <a:t>Problemelor</a:t>
            </a:r>
            <a:r>
              <a:rPr lang="en-US" b="1" dirty="0"/>
              <a:t>: </a:t>
            </a:r>
            <a:r>
              <a:rPr lang="en-US" dirty="0" err="1"/>
              <a:t>Dacă</a:t>
            </a:r>
            <a:r>
              <a:rPr lang="en-US" dirty="0"/>
              <a:t> o </a:t>
            </a:r>
            <a:r>
              <a:rPr lang="en-US" dirty="0" err="1"/>
              <a:t>aplicație</a:t>
            </a:r>
            <a:r>
              <a:rPr lang="en-US" dirty="0"/>
              <a:t> </a:t>
            </a:r>
            <a:r>
              <a:rPr lang="en-US" dirty="0" err="1"/>
              <a:t>începe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se </a:t>
            </a:r>
            <a:r>
              <a:rPr lang="en-US" dirty="0" err="1"/>
              <a:t>comporte</a:t>
            </a:r>
            <a:r>
              <a:rPr lang="en-US" dirty="0"/>
              <a:t> </a:t>
            </a:r>
            <a:r>
              <a:rPr lang="en-US" dirty="0" err="1"/>
              <a:t>ciudat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o </a:t>
            </a:r>
            <a:r>
              <a:rPr lang="en-US" dirty="0" err="1"/>
              <a:t>actualizare</a:t>
            </a:r>
            <a:r>
              <a:rPr lang="en-US" dirty="0"/>
              <a:t>, </a:t>
            </a:r>
            <a:r>
              <a:rPr lang="ro-RO" dirty="0"/>
              <a:t>se poate folos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ro-RO" b="1" i="1" dirty="0"/>
              <a:t>i</a:t>
            </a:r>
            <a:r>
              <a:rPr lang="en-US" b="1" i="1" dirty="0" err="1"/>
              <a:t>stori</a:t>
            </a:r>
            <a:r>
              <a:rPr lang="ro-RO" b="1" i="1" dirty="0"/>
              <a:t>cul</a:t>
            </a:r>
            <a:r>
              <a:rPr lang="en-US" b="1" i="1" dirty="0"/>
              <a:t> </a:t>
            </a:r>
            <a:r>
              <a:rPr lang="ro-RO" b="1" i="1" dirty="0"/>
              <a:t>o</a:t>
            </a:r>
            <a:r>
              <a:rPr lang="en-US" b="1" i="1" dirty="0" err="1"/>
              <a:t>perațiilor</a:t>
            </a:r>
            <a:r>
              <a:rPr lang="en-US" b="1" i="1" dirty="0"/>
              <a:t> </a:t>
            </a:r>
            <a:r>
              <a:rPr lang="en-US" dirty="0"/>
              <a:t>(</a:t>
            </a:r>
            <a:r>
              <a:rPr lang="en-US" dirty="0" err="1"/>
              <a:t>cerința</a:t>
            </a:r>
            <a:r>
              <a:rPr lang="en-US" dirty="0"/>
              <a:t> 3)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izola</a:t>
            </a:r>
            <a:r>
              <a:rPr lang="en-US" dirty="0"/>
              <a:t> rapid </a:t>
            </a:r>
            <a:r>
              <a:rPr lang="en-US" dirty="0" err="1"/>
              <a:t>pachetul</a:t>
            </a:r>
            <a:r>
              <a:rPr lang="en-US" dirty="0"/>
              <a:t> care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instalat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actualizat</a:t>
            </a:r>
            <a:r>
              <a:rPr lang="en-US" dirty="0"/>
              <a:t>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de </a:t>
            </a:r>
            <a:r>
              <a:rPr lang="en-US" dirty="0" err="1"/>
              <a:t>apariția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Instalări</a:t>
            </a:r>
            <a:r>
              <a:rPr lang="en-US" b="1" dirty="0"/>
              <a:t> </a:t>
            </a:r>
            <a:r>
              <a:rPr lang="en-US" b="1" dirty="0" err="1"/>
              <a:t>Parțiale</a:t>
            </a:r>
            <a:r>
              <a:rPr lang="en-US" b="1" dirty="0"/>
              <a:t> (</a:t>
            </a:r>
            <a:r>
              <a:rPr lang="en-US" b="1" dirty="0" err="1"/>
              <a:t>Cerința</a:t>
            </a:r>
            <a:r>
              <a:rPr lang="en-US" b="1" dirty="0"/>
              <a:t> 5</a:t>
            </a:r>
            <a:r>
              <a:rPr lang="en-US" dirty="0"/>
              <a:t>): </a:t>
            </a:r>
            <a:r>
              <a:rPr lang="en-US" dirty="0" err="1"/>
              <a:t>Detectarea</a:t>
            </a:r>
            <a:r>
              <a:rPr lang="en-US" dirty="0"/>
              <a:t> </a:t>
            </a:r>
            <a:r>
              <a:rPr lang="en-US" dirty="0" err="1"/>
              <a:t>pachetelor</a:t>
            </a:r>
            <a:r>
              <a:rPr lang="en-US" dirty="0"/>
              <a:t> </a:t>
            </a:r>
            <a:r>
              <a:rPr lang="en-US" dirty="0" err="1"/>
              <a:t>blocate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de </a:t>
            </a:r>
            <a:r>
              <a:rPr lang="en-US" dirty="0" err="1"/>
              <a:t>instalare</a:t>
            </a:r>
            <a:r>
              <a:rPr lang="en-US" dirty="0"/>
              <a:t> </a:t>
            </a:r>
            <a:r>
              <a:rPr lang="en-US" dirty="0" err="1"/>
              <a:t>parțială</a:t>
            </a:r>
            <a:r>
              <a:rPr lang="en-US" dirty="0"/>
              <a:t> (half-installed)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crucială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erori</a:t>
            </a:r>
            <a:r>
              <a:rPr lang="en-US" dirty="0"/>
              <a:t> pot </a:t>
            </a:r>
            <a:r>
              <a:rPr lang="en-US" dirty="0" err="1"/>
              <a:t>bloca</a:t>
            </a:r>
            <a:r>
              <a:rPr lang="en-US" dirty="0"/>
              <a:t> </a:t>
            </a:r>
            <a:r>
              <a:rPr lang="en-US" dirty="0" err="1"/>
              <a:t>operațiunile</a:t>
            </a:r>
            <a:r>
              <a:rPr lang="en-US" dirty="0"/>
              <a:t> </a:t>
            </a:r>
            <a:r>
              <a:rPr lang="en-US" dirty="0" err="1"/>
              <a:t>ulterioare</a:t>
            </a:r>
            <a:r>
              <a:rPr lang="en-US" dirty="0"/>
              <a:t> de apt/</a:t>
            </a:r>
            <a:r>
              <a:rPr lang="en-US" dirty="0" err="1"/>
              <a:t>dpkg</a:t>
            </a:r>
            <a:r>
              <a:rPr lang="en-US" dirty="0"/>
              <a:t> pe </a:t>
            </a:r>
            <a:r>
              <a:rPr lang="en-US" dirty="0" err="1"/>
              <a:t>întregul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</a:t>
            </a:r>
            <a:endParaRPr lang="ro-RO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err="1"/>
              <a:t>Gestiunea</a:t>
            </a:r>
            <a:r>
              <a:rPr lang="en-US" b="1" dirty="0"/>
              <a:t> </a:t>
            </a:r>
            <a:r>
              <a:rPr lang="en-US" b="1" dirty="0" err="1"/>
              <a:t>Spațiului</a:t>
            </a:r>
            <a:r>
              <a:rPr lang="en-US" b="1" dirty="0"/>
              <a:t> pe Disc (</a:t>
            </a:r>
            <a:r>
              <a:rPr lang="en-US" b="1" dirty="0" err="1"/>
              <a:t>Cerințele</a:t>
            </a:r>
            <a:r>
              <a:rPr lang="en-US" b="1" dirty="0"/>
              <a:t> 7 </a:t>
            </a:r>
            <a:r>
              <a:rPr lang="en-US" b="1" dirty="0" err="1"/>
              <a:t>și</a:t>
            </a:r>
            <a:r>
              <a:rPr lang="en-US" b="1" dirty="0"/>
              <a:t> 8)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77ADE-1E52-FD28-4684-C2660D16DD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B4DEC-D95E-47FB-232B-36E6DD575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1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24183-6E6F-A963-633D-5D910B0132A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03338-7723-50E9-66D9-094C40719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7127C-7A3B-CFC9-D455-A0E504F0A6CB}"/>
              </a:ext>
            </a:extLst>
          </p:cNvPr>
          <p:cNvSpPr txBox="1"/>
          <p:nvPr/>
        </p:nvSpPr>
        <p:spPr>
          <a:xfrm>
            <a:off x="2042845" y="2967335"/>
            <a:ext cx="8106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5400" dirty="0">
                <a:latin typeface="+mj-lt"/>
              </a:rPr>
              <a:t>III. Structură</a:t>
            </a:r>
            <a:endParaRPr lang="en-US" sz="5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966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B298ADF-A3A3-6992-ADD1-7B38AB4B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Descrierea</a:t>
            </a:r>
            <a:r>
              <a:rPr lang="en-US" b="1" u="sng" dirty="0"/>
              <a:t> </a:t>
            </a:r>
            <a:r>
              <a:rPr lang="ro-RO" b="1" u="sng" dirty="0"/>
              <a:t>c</a:t>
            </a:r>
            <a:r>
              <a:rPr lang="en-US" b="1" u="sng" dirty="0" err="1"/>
              <a:t>omponentelor</a:t>
            </a:r>
            <a:r>
              <a:rPr lang="en-US" b="1" u="sng" dirty="0"/>
              <a:t> </a:t>
            </a:r>
            <a:r>
              <a:rPr lang="ro-RO" b="1" u="sng" dirty="0"/>
              <a:t>c</a:t>
            </a:r>
            <a:r>
              <a:rPr lang="en-US" b="1" u="sng" dirty="0" err="1"/>
              <a:t>heie</a:t>
            </a:r>
            <a:r>
              <a:rPr lang="ro-RO" b="1" u="sng" dirty="0"/>
              <a:t> (arborele de fișiere)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3D5A3-4434-ADFB-AA8C-8BFFE9D7EF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758560-219A-21D9-1BE2-12FB52A4D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9ADB26-EFE5-80E2-EF06-2F06DA0F2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169" y="1520575"/>
            <a:ext cx="7108217" cy="419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37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40F7ED-8FB7-482A-3A47-AEB2736D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Descrierea</a:t>
            </a:r>
            <a:r>
              <a:rPr lang="en-US" b="1" u="sng" dirty="0"/>
              <a:t> </a:t>
            </a:r>
            <a:r>
              <a:rPr lang="ro-RO" b="1" u="sng" dirty="0"/>
              <a:t>c</a:t>
            </a:r>
            <a:r>
              <a:rPr lang="en-US" b="1" u="sng" dirty="0" err="1"/>
              <a:t>omponentelor</a:t>
            </a:r>
            <a:r>
              <a:rPr lang="en-US" b="1" u="sng" dirty="0"/>
              <a:t> </a:t>
            </a:r>
            <a:r>
              <a:rPr lang="ro-RO" b="1" u="sng" dirty="0"/>
              <a:t>c</a:t>
            </a:r>
            <a:r>
              <a:rPr lang="en-US" b="1" u="sng" dirty="0" err="1"/>
              <a:t>heie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8E7B41-DC88-A340-E1F9-BF525507FB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722812"/>
          </a:xfrm>
        </p:spPr>
        <p:txBody>
          <a:bodyPr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FF0000"/>
                </a:solidFill>
              </a:rPr>
              <a:t>1.  </a:t>
            </a:r>
            <a:r>
              <a:rPr lang="en-US" sz="2000" b="1" u="sng" dirty="0" err="1">
                <a:solidFill>
                  <a:srgbClr val="FF0000"/>
                </a:solidFill>
              </a:rPr>
              <a:t>Scripturi</a:t>
            </a:r>
            <a:endParaRPr lang="en-US" sz="2000" u="sng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lang="ro-RO" b="1" dirty="0"/>
              <a:t>      </a:t>
            </a:r>
            <a:r>
              <a:rPr lang="en-US" b="1" dirty="0"/>
              <a:t>monitor.sh (</a:t>
            </a:r>
            <a:r>
              <a:rPr lang="en-US" b="1" dirty="0" err="1"/>
              <a:t>Monitorul</a:t>
            </a:r>
            <a:r>
              <a:rPr lang="en-US" b="1" dirty="0"/>
              <a:t>):</a:t>
            </a:r>
            <a:endParaRPr lang="en-US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Citește</a:t>
            </a:r>
            <a:r>
              <a:rPr lang="en-US" dirty="0"/>
              <a:t> /var/log/dpkg.log (</a:t>
            </a:r>
            <a:r>
              <a:rPr lang="en-US" dirty="0" err="1"/>
              <a:t>pentru</a:t>
            </a:r>
            <a:r>
              <a:rPr lang="en-US" dirty="0"/>
              <a:t> o </a:t>
            </a:r>
            <a:r>
              <a:rPr lang="en-US" dirty="0" err="1"/>
              <a:t>perioadă</a:t>
            </a:r>
            <a:r>
              <a:rPr lang="en-US" dirty="0"/>
              <a:t> </a:t>
            </a:r>
            <a:r>
              <a:rPr lang="en-US" dirty="0" err="1"/>
              <a:t>dată</a:t>
            </a:r>
            <a:r>
              <a:rPr lang="en-US" dirty="0"/>
              <a:t>).</a:t>
            </a:r>
            <a:endParaRPr lang="en-US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Parsează</a:t>
            </a:r>
            <a:r>
              <a:rPr lang="en-US" dirty="0"/>
              <a:t> </a:t>
            </a:r>
            <a:r>
              <a:rPr lang="en-US" dirty="0" err="1"/>
              <a:t>liniile</a:t>
            </a:r>
            <a:endParaRPr lang="ro-RO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Creează</a:t>
            </a:r>
            <a:r>
              <a:rPr lang="en-US" dirty="0"/>
              <a:t> </a:t>
            </a:r>
            <a:r>
              <a:rPr lang="en-US" dirty="0" err="1"/>
              <a:t>subdirectoarele</a:t>
            </a:r>
            <a:r>
              <a:rPr lang="en-US" dirty="0"/>
              <a:t> </a:t>
            </a:r>
            <a:r>
              <a:rPr lang="en-US" dirty="0" err="1"/>
              <a:t>pachetului</a:t>
            </a:r>
            <a:r>
              <a:rPr lang="en-US" dirty="0"/>
              <a:t> (pachet_X:amd64/) </a:t>
            </a:r>
            <a:endParaRPr lang="ro-RO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Actualizează</a:t>
            </a:r>
            <a:r>
              <a:rPr lang="en-US" dirty="0"/>
              <a:t> istoric.log</a:t>
            </a:r>
            <a:r>
              <a:rPr lang="ro-RO" dirty="0"/>
              <a:t>, </a:t>
            </a:r>
            <a:r>
              <a:rPr lang="en-US" dirty="0"/>
              <a:t>stare_curenta.dat</a:t>
            </a:r>
            <a:r>
              <a:rPr lang="ro-RO" dirty="0"/>
              <a:t>, </a:t>
            </a:r>
            <a:r>
              <a:rPr lang="en-US" dirty="0" err="1"/>
              <a:t>index_data</a:t>
            </a:r>
            <a:r>
              <a:rPr lang="en-US" dirty="0"/>
              <a:t>/ </a:t>
            </a:r>
            <a:r>
              <a:rPr lang="en-US" dirty="0" err="1"/>
              <a:t>și</a:t>
            </a:r>
            <a:r>
              <a:rPr lang="en-US" dirty="0"/>
              <a:t> total_size.dat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pachet</a:t>
            </a:r>
            <a:endParaRPr lang="en-US" sz="2000" dirty="0"/>
          </a:p>
          <a:p>
            <a:pPr marL="457200" lvl="1" indent="0">
              <a:buNone/>
            </a:pPr>
            <a:r>
              <a:rPr lang="en-US" b="1" dirty="0"/>
              <a:t>frontend.sh (Front-end-ul):</a:t>
            </a:r>
            <a:endParaRPr lang="en-US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meniul</a:t>
            </a:r>
            <a:r>
              <a:rPr lang="en-US" dirty="0"/>
              <a:t> de </a:t>
            </a:r>
            <a:r>
              <a:rPr lang="en-US" dirty="0" err="1"/>
              <a:t>opțiuni</a:t>
            </a:r>
            <a:r>
              <a:rPr lang="en-US" dirty="0"/>
              <a:t> (1-9).</a:t>
            </a:r>
            <a:endParaRPr lang="en-US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Citește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din </a:t>
            </a:r>
            <a:r>
              <a:rPr lang="en-US" dirty="0" err="1"/>
              <a:t>directorul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(/var/local/</a:t>
            </a:r>
            <a:r>
              <a:rPr lang="en-US" dirty="0" err="1"/>
              <a:t>PackageMonitor</a:t>
            </a:r>
            <a:r>
              <a:rPr lang="en-US" dirty="0"/>
              <a:t>/).</a:t>
            </a:r>
            <a:endParaRPr lang="en-US" sz="2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5D0FB-F17D-F0E4-B2EB-3C4983ADF13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2CD97F-CCB7-F2F7-A62C-220FCE8F2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53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AEF6-CE41-A9F9-BD8A-80CE7C52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Descrierea</a:t>
            </a:r>
            <a:r>
              <a:rPr lang="en-US" b="1" u="sng" dirty="0"/>
              <a:t> </a:t>
            </a:r>
            <a:r>
              <a:rPr lang="ro-RO" b="1" u="sng" dirty="0"/>
              <a:t>c</a:t>
            </a:r>
            <a:r>
              <a:rPr lang="en-US" b="1" u="sng" dirty="0" err="1"/>
              <a:t>omponentelor</a:t>
            </a:r>
            <a:r>
              <a:rPr lang="en-US" b="1" u="sng" dirty="0"/>
              <a:t> </a:t>
            </a:r>
            <a:r>
              <a:rPr lang="ro-RO" b="1" u="sng" dirty="0"/>
              <a:t>c</a:t>
            </a:r>
            <a:r>
              <a:rPr lang="en-US" b="1" u="sng" dirty="0" err="1"/>
              <a:t>heie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EC4D7-5212-641C-E864-E262FB86CF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794410"/>
            <a:ext cx="10907016" cy="3825554"/>
          </a:xfrm>
        </p:spPr>
        <p:txBody>
          <a:bodyPr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FF0000"/>
                </a:solidFill>
              </a:rPr>
              <a:t>2.  </a:t>
            </a:r>
            <a:r>
              <a:rPr lang="en-US" sz="2000" b="1" u="sng" dirty="0" err="1">
                <a:solidFill>
                  <a:srgbClr val="FF0000"/>
                </a:solidFill>
              </a:rPr>
              <a:t>Directorul</a:t>
            </a:r>
            <a:r>
              <a:rPr lang="en-US" sz="2000" b="1" u="sng" dirty="0">
                <a:solidFill>
                  <a:srgbClr val="FF0000"/>
                </a:solidFill>
              </a:rPr>
              <a:t> de </a:t>
            </a:r>
            <a:r>
              <a:rPr lang="ro-RO" sz="2000" b="1" u="sng" dirty="0">
                <a:solidFill>
                  <a:srgbClr val="FF0000"/>
                </a:solidFill>
              </a:rPr>
              <a:t>l</a:t>
            </a:r>
            <a:r>
              <a:rPr lang="en-US" sz="2000" b="1" u="sng" dirty="0" err="1">
                <a:solidFill>
                  <a:srgbClr val="FF0000"/>
                </a:solidFill>
              </a:rPr>
              <a:t>ucru</a:t>
            </a:r>
            <a:r>
              <a:rPr lang="en-US" sz="2000" b="1" u="sng" dirty="0">
                <a:solidFill>
                  <a:srgbClr val="FF0000"/>
                </a:solidFill>
              </a:rPr>
              <a:t> ($WORK_DIR)</a:t>
            </a:r>
            <a:endParaRPr lang="en-US" sz="2000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elementul</a:t>
            </a:r>
            <a:r>
              <a:rPr lang="en-US" dirty="0"/>
              <a:t> central, </a:t>
            </a:r>
            <a:r>
              <a:rPr lang="en-US" dirty="0" err="1"/>
              <a:t>servind</a:t>
            </a:r>
            <a:r>
              <a:rPr lang="en-US" dirty="0"/>
              <a:t> ca </a:t>
            </a:r>
            <a:r>
              <a:rPr lang="en-US" dirty="0" err="1"/>
              <a:t>bază</a:t>
            </a:r>
            <a:r>
              <a:rPr lang="en-US" dirty="0"/>
              <a:t> de date a </a:t>
            </a:r>
            <a:r>
              <a:rPr lang="en-US" dirty="0" err="1"/>
              <a:t>sistemului</a:t>
            </a:r>
            <a:r>
              <a:rPr lang="en-US" dirty="0"/>
              <a:t>:</a:t>
            </a:r>
            <a:endParaRPr lang="en-US" sz="2000" dirty="0"/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pachet_X</a:t>
            </a:r>
            <a:r>
              <a:rPr lang="en-US" dirty="0"/>
              <a:t> (</a:t>
            </a:r>
            <a:r>
              <a:rPr lang="en-US" dirty="0" err="1"/>
              <a:t>Subdirectoare</a:t>
            </a:r>
            <a:r>
              <a:rPr lang="en-US" dirty="0"/>
              <a:t>): </a:t>
            </a:r>
            <a:r>
              <a:rPr lang="en-US" dirty="0" err="1"/>
              <a:t>Permite</a:t>
            </a:r>
            <a:r>
              <a:rPr lang="en-US" dirty="0"/>
              <a:t> Front-end-</a:t>
            </a:r>
            <a:r>
              <a:rPr lang="en-US" dirty="0" err="1"/>
              <a:t>ului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găsească</a:t>
            </a:r>
            <a:r>
              <a:rPr lang="en-US" dirty="0"/>
              <a:t> rapid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informațiile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un </a:t>
            </a:r>
            <a:r>
              <a:rPr lang="en-US" dirty="0" err="1"/>
              <a:t>pachet</a:t>
            </a:r>
            <a:r>
              <a:rPr lang="en-US" dirty="0"/>
              <a:t> specific</a:t>
            </a:r>
            <a:endParaRPr lang="ro-RO" sz="2000" dirty="0"/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/>
              <a:t>stare_curenta.dat</a:t>
            </a:r>
            <a:r>
              <a:rPr lang="en-US" dirty="0"/>
              <a:t>: </a:t>
            </a:r>
            <a:r>
              <a:rPr lang="en-US" dirty="0" err="1"/>
              <a:t>Fișier</a:t>
            </a:r>
            <a:r>
              <a:rPr lang="en-US" dirty="0"/>
              <a:t> crucial care </a:t>
            </a:r>
            <a:r>
              <a:rPr lang="en-US" dirty="0" err="1"/>
              <a:t>reține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</a:t>
            </a:r>
            <a:r>
              <a:rPr lang="en-US" dirty="0" err="1"/>
              <a:t>finală</a:t>
            </a:r>
            <a:r>
              <a:rPr lang="en-US" dirty="0"/>
              <a:t> (installed </a:t>
            </a:r>
            <a:r>
              <a:rPr lang="en-US" dirty="0" err="1"/>
              <a:t>sau</a:t>
            </a:r>
            <a:r>
              <a:rPr lang="en-US" dirty="0"/>
              <a:t> removed), data </a:t>
            </a:r>
            <a:r>
              <a:rPr lang="en-US" dirty="0" err="1"/>
              <a:t>asociată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metadate (</a:t>
            </a:r>
            <a:r>
              <a:rPr lang="en-US" dirty="0" err="1"/>
              <a:t>dimensiunea</a:t>
            </a:r>
            <a:r>
              <a:rPr lang="en-US" dirty="0"/>
              <a:t>, </a:t>
            </a:r>
            <a:r>
              <a:rPr lang="en-US" dirty="0" err="1"/>
              <a:t>linia</a:t>
            </a:r>
            <a:r>
              <a:rPr lang="en-US" dirty="0"/>
              <a:t> </a:t>
            </a:r>
            <a:r>
              <a:rPr lang="en-US" dirty="0" err="1"/>
              <a:t>originală</a:t>
            </a:r>
            <a:r>
              <a:rPr lang="en-US" dirty="0"/>
              <a:t> de log)</a:t>
            </a:r>
            <a:endParaRPr lang="en-US" sz="2000" dirty="0"/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 err="1"/>
              <a:t>index_data</a:t>
            </a:r>
            <a:r>
              <a:rPr lang="ro-RO" b="1" dirty="0"/>
              <a:t>/</a:t>
            </a:r>
            <a:r>
              <a:rPr lang="en-US" dirty="0"/>
              <a:t>: </a:t>
            </a:r>
            <a:r>
              <a:rPr lang="en-US" dirty="0" err="1"/>
              <a:t>Permite</a:t>
            </a:r>
            <a:r>
              <a:rPr lang="en-US" dirty="0"/>
              <a:t> Front-end-</a:t>
            </a:r>
            <a:r>
              <a:rPr lang="en-US" dirty="0" err="1"/>
              <a:t>ului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răspundă</a:t>
            </a:r>
            <a:r>
              <a:rPr lang="en-US" dirty="0"/>
              <a:t> la </a:t>
            </a:r>
            <a:r>
              <a:rPr lang="en-US" dirty="0" err="1"/>
              <a:t>Cerința</a:t>
            </a:r>
            <a:r>
              <a:rPr lang="en-US" dirty="0"/>
              <a:t> 4 </a:t>
            </a:r>
            <a:r>
              <a:rPr lang="en-US" dirty="0" err="1"/>
              <a:t>fără</a:t>
            </a:r>
            <a:r>
              <a:rPr lang="en-US" dirty="0"/>
              <a:t> a </a:t>
            </a:r>
            <a:r>
              <a:rPr lang="en-US" dirty="0" err="1"/>
              <a:t>scana</a:t>
            </a:r>
            <a:r>
              <a:rPr lang="en-US" dirty="0"/>
              <a:t> </a:t>
            </a:r>
            <a:r>
              <a:rPr lang="en-US" dirty="0" err="1"/>
              <a:t>sute</a:t>
            </a:r>
            <a:r>
              <a:rPr lang="en-US" dirty="0"/>
              <a:t> de </a:t>
            </a:r>
            <a:r>
              <a:rPr lang="en-US" dirty="0" err="1"/>
              <a:t>subdirectoare</a:t>
            </a:r>
            <a:r>
              <a:rPr lang="en-US" dirty="0"/>
              <a:t> de </a:t>
            </a:r>
            <a:r>
              <a:rPr lang="en-US" dirty="0" err="1"/>
              <a:t>pachete</a:t>
            </a:r>
            <a:r>
              <a:rPr lang="en-US" dirty="0"/>
              <a:t>.</a:t>
            </a:r>
            <a:endParaRPr lang="en-US" sz="2000" dirty="0"/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/>
              <a:t>undo_cache.log</a:t>
            </a:r>
            <a:r>
              <a:rPr lang="en-US" dirty="0"/>
              <a:t>: Va </a:t>
            </a:r>
            <a:r>
              <a:rPr lang="en-US" dirty="0" err="1"/>
              <a:t>conține</a:t>
            </a:r>
            <a:r>
              <a:rPr lang="en-US" dirty="0"/>
              <a:t> o </a:t>
            </a:r>
            <a:r>
              <a:rPr lang="en-US" dirty="0" err="1"/>
              <a:t>listă</a:t>
            </a:r>
            <a:r>
              <a:rPr lang="en-US" dirty="0"/>
              <a:t> </a:t>
            </a:r>
            <a:r>
              <a:rPr lang="en-US" dirty="0" err="1"/>
              <a:t>simplă</a:t>
            </a:r>
            <a:r>
              <a:rPr lang="en-US" dirty="0"/>
              <a:t> de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 err="1"/>
              <a:t>pachete</a:t>
            </a:r>
            <a:r>
              <a:rPr lang="en-US" dirty="0"/>
              <a:t> recent eliminate, </a:t>
            </a:r>
            <a:r>
              <a:rPr lang="en-US" dirty="0" err="1"/>
              <a:t>gestionată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LRU (Least Recently Used).</a:t>
            </a:r>
            <a:endParaRPr lang="en-US" sz="2000" dirty="0"/>
          </a:p>
          <a:p>
            <a:pPr lvl="0">
              <a:buFont typeface="Courier New" panose="02070309020205020404" pitchFamily="49" charset="0"/>
              <a:buChar char="o"/>
            </a:pPr>
            <a:r>
              <a:rPr lang="en-US" b="1" dirty="0"/>
              <a:t>total_size.dat</a:t>
            </a:r>
            <a:r>
              <a:rPr lang="en-US" dirty="0"/>
              <a:t>: Un </a:t>
            </a:r>
            <a:r>
              <a:rPr lang="en-US" dirty="0" err="1"/>
              <a:t>fișier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stochează</a:t>
            </a:r>
            <a:r>
              <a:rPr lang="en-US" dirty="0"/>
              <a:t> </a:t>
            </a:r>
            <a:r>
              <a:rPr lang="en-US" dirty="0" err="1"/>
              <a:t>suma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dimensiunilor</a:t>
            </a:r>
            <a:r>
              <a:rPr lang="en-US" dirty="0"/>
              <a:t> </a:t>
            </a:r>
            <a:r>
              <a:rPr lang="en-US" dirty="0" err="1"/>
              <a:t>pachetelor</a:t>
            </a:r>
            <a:r>
              <a:rPr lang="en-US" dirty="0"/>
              <a:t> </a:t>
            </a:r>
            <a:r>
              <a:rPr lang="en-US" dirty="0" err="1"/>
              <a:t>instalate</a:t>
            </a:r>
            <a:r>
              <a:rPr lang="en-US" dirty="0"/>
              <a:t>.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A6366-71CE-CEB8-8921-622099030F6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30F24-C7D8-9606-E312-CA224C425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78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3593-3B24-7F5B-7E6E-DBA70685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Structura</a:t>
            </a:r>
            <a:r>
              <a:rPr lang="en-US" b="1" u="sng" dirty="0"/>
              <a:t> de </a:t>
            </a:r>
            <a:r>
              <a:rPr lang="ro-RO" b="1" u="sng" dirty="0"/>
              <a:t>m</a:t>
            </a:r>
            <a:r>
              <a:rPr lang="en-US" b="1" u="sng" dirty="0" err="1"/>
              <a:t>eniu</a:t>
            </a:r>
            <a:r>
              <a:rPr lang="en-US" b="1" u="sng" dirty="0"/>
              <a:t> cu case </a:t>
            </a:r>
            <a:r>
              <a:rPr lang="en-US" b="1" u="sng" dirty="0" err="1"/>
              <a:t>în</a:t>
            </a:r>
            <a:r>
              <a:rPr lang="en-US" b="1" u="sng" dirty="0"/>
              <a:t> </a:t>
            </a:r>
            <a:r>
              <a:rPr lang="en-US" b="1" u="sng" dirty="0" err="1"/>
              <a:t>Scriptul</a:t>
            </a:r>
            <a:r>
              <a:rPr lang="en-US" b="1" u="sng" dirty="0"/>
              <a:t> Shell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BCDF-1B5A-B565-610F-0F9F087F36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8137" y="1610475"/>
            <a:ext cx="10907016" cy="402746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afiseaza_meniu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"=================================================="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PackageMonitorExtentions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Front-end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Meniu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"=================================================="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"1. Lista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pachetelor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curent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ultimei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instalari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"2. Lista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pachetelor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care au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fost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inlaturate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ultimei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inlaturari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"3. Istoria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operatiilor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asupra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unui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pachet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(la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cerere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"4. Lista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pachetelor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inlaturate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-o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perioada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data"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"5.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Detecteaza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pachetele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partial"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"6.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Detecteaza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pachetele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pentru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prima data"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"7.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Tipareste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dimensiunea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instalata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unui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pachet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(la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cerere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"8. Afiseaza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dimensiunilor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"9. Afiseaza Undo Cache-ul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recente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 remove-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)"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"0.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Iesire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(Exit)" </a:t>
            </a:r>
            <a:endParaRPr lang="ro-RO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"--------------------------------------------------" </a:t>
            </a:r>
            <a:endParaRPr lang="ro-RO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 -p 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Alege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optiunea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(0-9): " OPTIUNE 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6301A-1DA2-7234-8B1E-7DA289E7C79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A4035-1773-EDEF-D01B-B23275A4E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78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AC97-ADBA-78E0-1D23-945CF147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Structura</a:t>
            </a:r>
            <a:r>
              <a:rPr lang="en-US" b="1" u="sng" dirty="0"/>
              <a:t> de </a:t>
            </a:r>
            <a:r>
              <a:rPr lang="ro-RO" b="1" u="sng" dirty="0"/>
              <a:t>m</a:t>
            </a:r>
            <a:r>
              <a:rPr lang="en-US" b="1" u="sng" dirty="0" err="1"/>
              <a:t>eniu</a:t>
            </a:r>
            <a:r>
              <a:rPr lang="en-US" b="1" u="sng" dirty="0"/>
              <a:t> cu case </a:t>
            </a:r>
            <a:r>
              <a:rPr lang="en-US" b="1" u="sng" dirty="0" err="1"/>
              <a:t>în</a:t>
            </a:r>
            <a:r>
              <a:rPr lang="en-US" b="1" u="sng" dirty="0"/>
              <a:t> </a:t>
            </a:r>
            <a:r>
              <a:rPr lang="en-US" b="1" u="sng" dirty="0" err="1"/>
              <a:t>Scriptul</a:t>
            </a:r>
            <a:r>
              <a:rPr lang="en-US" b="1" u="sng" dirty="0"/>
              <a:t> Shell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86757-44A2-BEE6-22B7-14AFFEA087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121" y="1547045"/>
            <a:ext cx="10907016" cy="4350321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true;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afiseaza_meniu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 $OPTIUNE in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1)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lista_pachete_instalate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;;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2)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lista_pachete_eliminate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;;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3)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istoric_pachet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"$PACHET_VIZAT" ;; </a:t>
            </a:r>
            <a:endParaRPr lang="ro-RO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o-RO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............................................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9)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afiseaza_undo_cache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;;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0) echo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Iesire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din program. La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revedere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!" break ;;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 echo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Optiune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invalida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Va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rugam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introduceti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cifra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9." ;;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esac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 -p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Apasati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[ENTER]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pentru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 continua..."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o-RO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endParaRPr lang="ro-RO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o-RO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lista_pachete_instalate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..................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4808-AC88-78FE-EAF6-BC5DC46010E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F2ACF-4F9D-4BF7-652F-B8DC1A000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957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7E4EC1-69AD-63AE-1081-04467077937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80493-F51F-80AB-CC1D-3424423EF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54CFE-6176-9AD9-82CB-65D63635F76B}"/>
              </a:ext>
            </a:extLst>
          </p:cNvPr>
          <p:cNvSpPr txBox="1"/>
          <p:nvPr/>
        </p:nvSpPr>
        <p:spPr>
          <a:xfrm>
            <a:off x="3732944" y="2505670"/>
            <a:ext cx="4726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>
                <a:latin typeface="+mj-lt"/>
              </a:rPr>
              <a:t>IV.Concluzie</a:t>
            </a:r>
            <a:endParaRPr lang="en-US" sz="5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822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EBB6-701E-D546-B8B0-EFD36E15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Cazuri</a:t>
            </a:r>
            <a:r>
              <a:rPr lang="en-US" dirty="0"/>
              <a:t> </a:t>
            </a:r>
            <a:r>
              <a:rPr lang="en-US" dirty="0" err="1"/>
              <a:t>particulare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F278E-4F34-26BE-95C7-E44A5B323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b="1" dirty="0" err="1"/>
              <a:t>Validarea</a:t>
            </a:r>
            <a:r>
              <a:rPr lang="en-US" b="1" dirty="0"/>
              <a:t> </a:t>
            </a:r>
            <a:r>
              <a:rPr lang="en-US" b="1" dirty="0" err="1"/>
              <a:t>Mediului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a </a:t>
            </a:r>
            <a:r>
              <a:rPr lang="en-US" b="1" dirty="0" err="1"/>
              <a:t>Fișierelor</a:t>
            </a:r>
            <a:r>
              <a:rPr lang="en-US" b="1" dirty="0"/>
              <a:t> de Log: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/>
              <a:t>Scriptul</a:t>
            </a:r>
            <a:r>
              <a:rPr lang="en-US" dirty="0"/>
              <a:t> </a:t>
            </a:r>
            <a:r>
              <a:rPr lang="en-US" u="sng" dirty="0"/>
              <a:t>monitor.sh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verifice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</a:t>
            </a:r>
            <a:r>
              <a:rPr lang="en-US" u="sng" dirty="0"/>
              <a:t>/var/log/dpkg.log</a:t>
            </a:r>
            <a:r>
              <a:rPr lang="en-US" dirty="0"/>
              <a:t> 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utilizatorul</a:t>
            </a:r>
            <a:r>
              <a:rPr lang="en-US" dirty="0"/>
              <a:t> are </a:t>
            </a:r>
            <a:r>
              <a:rPr lang="en-US" dirty="0" err="1"/>
              <a:t>permisiuni</a:t>
            </a:r>
            <a:r>
              <a:rPr lang="en-US" dirty="0"/>
              <a:t> de </a:t>
            </a:r>
            <a:r>
              <a:rPr lang="en-US" dirty="0" err="1"/>
              <a:t>citire</a:t>
            </a:r>
            <a:r>
              <a:rPr lang="en-US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log-ul nu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nicio</a:t>
            </a:r>
            <a:r>
              <a:rPr lang="en-US" dirty="0"/>
              <a:t> </a:t>
            </a:r>
            <a:r>
              <a:rPr lang="en-US" dirty="0" err="1"/>
              <a:t>înregistrare</a:t>
            </a:r>
            <a:r>
              <a:rPr lang="en-US" dirty="0"/>
              <a:t>, </a:t>
            </a:r>
            <a:r>
              <a:rPr lang="en-US" dirty="0" err="1"/>
              <a:t>monitorul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afișeze</a:t>
            </a:r>
            <a:r>
              <a:rPr lang="en-US" dirty="0"/>
              <a:t> un </a:t>
            </a:r>
            <a:r>
              <a:rPr lang="en-US" dirty="0" err="1"/>
              <a:t>mesaj</a:t>
            </a:r>
            <a:r>
              <a:rPr lang="en-US" dirty="0"/>
              <a:t> </a:t>
            </a:r>
            <a:r>
              <a:rPr lang="en-US" dirty="0" err="1"/>
              <a:t>informativ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it-IT" b="1" dirty="0"/>
              <a:t>2. Gestionarea Integrității Datelor în Monitor: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/>
              <a:t>Dacă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 nu </a:t>
            </a:r>
            <a:r>
              <a:rPr lang="en-US" dirty="0" err="1"/>
              <a:t>respectă</a:t>
            </a:r>
            <a:r>
              <a:rPr lang="en-US" dirty="0"/>
              <a:t> </a:t>
            </a:r>
            <a:r>
              <a:rPr lang="en-US" dirty="0" err="1"/>
              <a:t>formatul</a:t>
            </a:r>
            <a:r>
              <a:rPr lang="en-US" dirty="0"/>
              <a:t> de 6 </a:t>
            </a:r>
            <a:r>
              <a:rPr lang="en-US" dirty="0" err="1"/>
              <a:t>câmpuri</a:t>
            </a:r>
            <a:r>
              <a:rPr lang="en-US" dirty="0"/>
              <a:t>, </a:t>
            </a:r>
            <a:r>
              <a:rPr lang="en-US" dirty="0" err="1"/>
              <a:t>scriptul</a:t>
            </a:r>
            <a:r>
              <a:rPr lang="en-US" dirty="0"/>
              <a:t> de </a:t>
            </a:r>
            <a:r>
              <a:rPr lang="en-US" dirty="0" err="1"/>
              <a:t>parsare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sară</a:t>
            </a:r>
            <a:r>
              <a:rPr lang="en-US" dirty="0"/>
              <a:t> </a:t>
            </a:r>
            <a:r>
              <a:rPr lang="en-US" dirty="0" err="1"/>
              <a:t>peste</a:t>
            </a:r>
            <a:r>
              <a:rPr lang="en-US" dirty="0"/>
              <a:t> </a:t>
            </a:r>
            <a:r>
              <a:rPr lang="en-US" dirty="0" err="1"/>
              <a:t>acea</a:t>
            </a:r>
            <a:r>
              <a:rPr lang="en-US" dirty="0"/>
              <a:t> </a:t>
            </a:r>
            <a:r>
              <a:rPr lang="en-US" dirty="0" err="1"/>
              <a:t>linie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evita</a:t>
            </a:r>
            <a:r>
              <a:rPr lang="en-US" dirty="0"/>
              <a:t> </a:t>
            </a:r>
            <a:r>
              <a:rPr lang="en-US" dirty="0" err="1"/>
              <a:t>erorile</a:t>
            </a:r>
            <a:r>
              <a:rPr lang="en-US" dirty="0"/>
              <a:t> de </a:t>
            </a:r>
            <a:r>
              <a:rPr lang="en-US" dirty="0" err="1"/>
              <a:t>procesare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33B52-2C52-C86C-0484-CAE64A28670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B2147-D476-6B22-A2C7-4ECF4A4CD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09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46645-6203-0D3C-890C-72A61384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Cazuri</a:t>
            </a:r>
            <a:r>
              <a:rPr lang="en-US" dirty="0"/>
              <a:t> </a:t>
            </a:r>
            <a:r>
              <a:rPr lang="en-US" dirty="0" err="1"/>
              <a:t>particulare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954A6-6415-D7DA-557A-9DBC399A9C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3. Logica </a:t>
            </a:r>
            <a:r>
              <a:rPr lang="en-US" b="1" dirty="0" err="1"/>
              <a:t>Funcționalităților</a:t>
            </a:r>
            <a:r>
              <a:rPr lang="en-US" b="1" dirty="0"/>
              <a:t> Front-end: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La </a:t>
            </a:r>
            <a:r>
              <a:rPr lang="en-US" dirty="0" err="1"/>
              <a:t>Cerința</a:t>
            </a:r>
            <a:r>
              <a:rPr lang="en-US" dirty="0"/>
              <a:t> 3 (</a:t>
            </a:r>
            <a:r>
              <a:rPr lang="en-US" dirty="0" err="1"/>
              <a:t>Istoric</a:t>
            </a:r>
            <a:r>
              <a:rPr lang="en-US" dirty="0"/>
              <a:t>),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utilizatorul</a:t>
            </a:r>
            <a:r>
              <a:rPr lang="en-US" dirty="0"/>
              <a:t> introduce un </a:t>
            </a:r>
            <a:r>
              <a:rPr lang="en-US" dirty="0" err="1"/>
              <a:t>nume</a:t>
            </a:r>
            <a:r>
              <a:rPr lang="en-US" dirty="0"/>
              <a:t> de </a:t>
            </a:r>
            <a:r>
              <a:rPr lang="en-US" dirty="0" err="1"/>
              <a:t>pachet</a:t>
            </a:r>
            <a:r>
              <a:rPr lang="en-US" dirty="0"/>
              <a:t> care nu se </a:t>
            </a:r>
            <a:r>
              <a:rPr lang="en-US" dirty="0" err="1"/>
              <a:t>află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$WORK_DIR, </a:t>
            </a: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afișeze</a:t>
            </a:r>
            <a:r>
              <a:rPr lang="en-US" dirty="0"/>
              <a:t> "</a:t>
            </a:r>
            <a:r>
              <a:rPr lang="en-US" dirty="0" err="1"/>
              <a:t>Pachetul</a:t>
            </a:r>
            <a:r>
              <a:rPr lang="en-US" dirty="0"/>
              <a:t> nu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găsit</a:t>
            </a:r>
            <a:r>
              <a:rPr lang="en-US" dirty="0"/>
              <a:t>" </a:t>
            </a:r>
            <a:r>
              <a:rPr lang="en-US" dirty="0" err="1"/>
              <a:t>în</a:t>
            </a:r>
            <a:r>
              <a:rPr lang="en-US" dirty="0"/>
              <a:t> loc de o </a:t>
            </a:r>
            <a:r>
              <a:rPr lang="en-US" dirty="0" err="1"/>
              <a:t>eroare</a:t>
            </a:r>
            <a:r>
              <a:rPr lang="en-US" dirty="0"/>
              <a:t> de </a:t>
            </a:r>
            <a:r>
              <a:rPr lang="en-US" dirty="0" err="1"/>
              <a:t>sistem</a:t>
            </a:r>
            <a:r>
              <a:rPr lang="en-US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Cerința</a:t>
            </a:r>
            <a:r>
              <a:rPr lang="en-US" dirty="0"/>
              <a:t> 4,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validat</a:t>
            </a:r>
            <a:r>
              <a:rPr lang="en-US" dirty="0"/>
              <a:t> </a:t>
            </a:r>
            <a:r>
              <a:rPr lang="en-US" dirty="0" err="1"/>
              <a:t>formatul</a:t>
            </a:r>
            <a:r>
              <a:rPr lang="en-US" dirty="0"/>
              <a:t> </a:t>
            </a:r>
            <a:r>
              <a:rPr lang="en-US" dirty="0" err="1"/>
              <a:t>datei</a:t>
            </a:r>
            <a:r>
              <a:rPr lang="en-US" dirty="0"/>
              <a:t> </a:t>
            </a:r>
            <a:r>
              <a:rPr lang="en-US" dirty="0" err="1"/>
              <a:t>introduse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. 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gestionat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data de "</a:t>
            </a:r>
            <a:r>
              <a:rPr lang="en-US" dirty="0" err="1"/>
              <a:t>sfârșit</a:t>
            </a:r>
            <a:r>
              <a:rPr lang="en-US" dirty="0"/>
              <a:t>"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calendaristic</a:t>
            </a:r>
            <a:r>
              <a:rPr lang="en-US" dirty="0"/>
              <a:t> </a:t>
            </a:r>
            <a:r>
              <a:rPr lang="en-US" dirty="0" err="1"/>
              <a:t>înaintea</a:t>
            </a:r>
            <a:r>
              <a:rPr lang="en-US" dirty="0"/>
              <a:t> </a:t>
            </a:r>
            <a:r>
              <a:rPr lang="en-US" dirty="0" err="1"/>
              <a:t>datei</a:t>
            </a:r>
            <a:r>
              <a:rPr lang="en-US" dirty="0"/>
              <a:t> de "</a:t>
            </a:r>
            <a:r>
              <a:rPr lang="en-US" dirty="0" err="1"/>
              <a:t>început</a:t>
            </a:r>
            <a:r>
              <a:rPr lang="en-US" dirty="0"/>
              <a:t>".</a:t>
            </a:r>
            <a:endParaRPr lang="en-US" b="1" dirty="0"/>
          </a:p>
          <a:p>
            <a:pPr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E033-3071-B667-9B52-72FF434919F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74F63-D1EE-62E7-50EF-0CAD012B5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91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68051-4856-FADE-1394-1BF8D4AFC1E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CB1BC7D-EE8F-4610-B748-33D1F9065B77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D134F-4AA5-8D65-F269-E8A1D90CB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72629" y="648493"/>
            <a:ext cx="9246741" cy="5561013"/>
          </a:xfrm>
        </p:spPr>
        <p:txBody>
          <a:bodyPr/>
          <a:lstStyle/>
          <a:p>
            <a:pPr algn="ctr"/>
            <a:r>
              <a:rPr lang="ro-RO" sz="5400" dirty="0"/>
              <a:t>Mulțumim pentru atenția acordată !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Jumble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BF1A99-35F0-4B73-B737-B4DCDCD8CA5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55A16D6-EDBE-419D-AF8F-74F00E41AF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093E94-C176-4FB3-93BB-02AEE1FEC2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Fluorescent presentation</Template>
  <TotalTime>183</TotalTime>
  <Words>1525</Words>
  <Application>Microsoft Office PowerPoint</Application>
  <PresentationFormat>Widescreen</PresentationFormat>
  <Paragraphs>156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Century Gothic</vt:lpstr>
      <vt:lpstr>Courier New</vt:lpstr>
      <vt:lpstr>Jumble</vt:lpstr>
      <vt:lpstr>Custom</vt:lpstr>
      <vt:lpstr>PackageMonitor Extentions  Proiect realizat de:  Croitoru Luiza Dobre Radu Teodorescu Luca</vt:lpstr>
      <vt:lpstr>I. Introducere II. Scop III. Structură IV. Concluzie </vt:lpstr>
      <vt:lpstr>PowerPoint Presentation</vt:lpstr>
      <vt:lpstr>Cerința proiectului</vt:lpstr>
      <vt:lpstr>Funcţionalităţi</vt:lpstr>
      <vt:lpstr>Ce este /var/log/dpkg.log?</vt:lpstr>
      <vt:lpstr>Cum arată informația din fișier?</vt:lpstr>
      <vt:lpstr>Pași generali de parsare</vt:lpstr>
      <vt:lpstr>PowerPoint Presentation</vt:lpstr>
      <vt:lpstr>PowerPoint Presentation</vt:lpstr>
      <vt:lpstr>PowerPoint Presentation</vt:lpstr>
      <vt:lpstr>Descrierea componentelor cheie (arborele de fișiere)</vt:lpstr>
      <vt:lpstr>Descrierea componentelor cheie</vt:lpstr>
      <vt:lpstr>Descrierea componentelor cheie</vt:lpstr>
      <vt:lpstr>Structura de meniu cu case în Scriptul Shell</vt:lpstr>
      <vt:lpstr>Structura de meniu cu case în Scriptul Shell</vt:lpstr>
      <vt:lpstr>PowerPoint Presentation</vt:lpstr>
      <vt:lpstr>Cazuri particulare</vt:lpstr>
      <vt:lpstr>Cazuri particulare</vt:lpstr>
      <vt:lpstr>Mulțumim pentru atenția acordată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LUIZA MARIA CROITORU</dc:creator>
  <cp:lastModifiedBy>LUIZA MARIA CROITORU</cp:lastModifiedBy>
  <cp:revision>25</cp:revision>
  <dcterms:created xsi:type="dcterms:W3CDTF">2025-12-05T20:14:59Z</dcterms:created>
  <dcterms:modified xsi:type="dcterms:W3CDTF">2026-01-01T15:52:00Z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